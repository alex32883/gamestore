
<file path=[Content_Types].xml><?xml version="1.0" encoding="utf-8"?>
<Types xmlns="http://schemas.openxmlformats.org/package/2006/content-types">
  <Default ContentType="application/vnd.openxmlformats-officedocument.oleObject" Extension="bin"/>
  <Default ContentType="image/x-emf" Extension="emf"/>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image/vnd.ms-photo" Extension="wdp"/>
  <Default ContentType="application/xml" Extension="xml"/>
  <Override ContentType="application/vnd.openxmlformats-officedocument.customXmlProperties+xml" PartName="/customXml/itemProps1.xml"/>
  <Override ContentType="application/vnd.openxmlformats-officedocument.customXmlProperties+xml" PartName="/customXml/itemProps2.xml"/>
  <Override ContentType="application/vnd.openxmlformats-officedocument.customXmlProperties+xml" PartName="/customXml/itemProps3.xml"/>
  <Override ContentType="application/vnd.openxmlformats-officedocument.customXmlProperties+xml" PartName="/customXml/itemProps4.xml"/>
  <Override ContentType="application/vnd.openxmlformats-officedocument.customXmlProperties+xml" PartName="/customXml/itemProps5.xml"/>
  <Override ContentType="application/vnd.openxmlformats-officedocument.customXmlProperties+xml" PartName="/customXml/itemProps6.xml"/>
  <Override ContentType="application/vnd.openxmlformats-officedocument.customXmlProperties+xml" PartName="/customXml/itemProps7.xml"/>
  <Override ContentType="application/vnd.openxmlformats-officedocument.customXmlProperties+xml" PartName="/customXml/itemProps8.xml"/>
  <Override ContentType="application/vnd.openxmlformats-officedocument.customXmlProperties+xml" PartName="/customXml/itemProps9.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ms-powerpoint.authors+xml" PartName="/ppt/authors.xml"/>
  <Override ContentType="application/vnd.openxmlformats-officedocument.presentationml.commentAuthors+xml" PartName="/ppt/commentAuthors.xml"/>
  <Override ContentType="application/vnd.openxmlformats-officedocument.presentationml.handoutMaster+xml" PartName="/ppt/handoutMasters/handoutMaster1.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ms-powerpoint.revisioninfo+xml" PartName="/ppt/revisionInfo.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presentationml.tags+xml" PartName="/ppt/tags/tag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arget="docProps/app.xml" Type="http://schemas.openxmlformats.org/officeDocument/2006/relationships/extended-properties"/><Relationship Id="rId4"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0"/>
    <p:sldMasterId id="2147483710" r:id="rId11"/>
  </p:sldMasterIdLst>
  <p:notesMasterIdLst>
    <p:notesMasterId r:id="rId20"/>
  </p:notesMasterIdLst>
  <p:handoutMasterIdLst>
    <p:handoutMasterId r:id="rId21"/>
  </p:handoutMasterIdLst>
  <p:sldIdLst>
    <p:sldId id="273" r:id="rId12"/>
    <p:sldId id="2147470856" r:id="rId13"/>
    <p:sldId id="2147470857" r:id="rId14"/>
    <p:sldId id="2147470858" r:id="rId15"/>
    <p:sldId id="2147470859" r:id="rId16"/>
    <p:sldId id="2147470860" r:id="rId17"/>
    <p:sldId id="2147374976" r:id="rId18"/>
    <p:sldId id="2147374880" r:id="rId19"/>
  </p:sldIdLst>
  <p:sldSz cx="12192000" cy="6858000"/>
  <p:notesSz cx="6858000" cy="9144000"/>
  <p:embeddedFontLst>
    <p:embeddedFont>
      <p:font typeface="ＭＳ Ｐゴシック" panose="020B0600070205080204" pitchFamily="34" charset="-128"/>
      <p:regular r:id="rId22"/>
    </p:embeddedFont>
    <p:embeddedFont>
      <p:font typeface="Ericsson Hilda" panose="00000500000000000000" pitchFamily="2" charset="0"/>
      <p:regular r:id="rId23"/>
      <p:bold r:id="rId24"/>
      <p:italic r:id="rId25"/>
      <p:boldItalic r:id="rId26"/>
    </p:embeddedFont>
    <p:embeddedFont>
      <p:font typeface="Ericsson Hilda ExtraBold" panose="00000900000000000000" pitchFamily="2" charset="0"/>
      <p:bold r:id="rId27"/>
    </p:embeddedFont>
    <p:embeddedFont>
      <p:font typeface="Ericsson Hilda ExtraLight" panose="00000300000000000000" pitchFamily="2" charset="0"/>
      <p:regular r:id="rId28"/>
    </p:embeddedFont>
    <p:embeddedFont>
      <p:font typeface="Ericsson Hilda Light" panose="00000400000000000000" pitchFamily="2" charset="0"/>
      <p:regular r:id="rId29"/>
      <p:italic r:id="rId30"/>
    </p:embeddedFont>
    <p:embeddedFont>
      <p:font typeface="Ericsson Technical Icons" panose="020B0604020202020204" charset="0"/>
      <p:regular r:id="rId31"/>
      <p:bold r:id="rId32"/>
      <p:italic r:id="rId33"/>
      <p:boldItalic r:id="rId34"/>
    </p:embeddedFont>
  </p:embeddedFontLst>
  <p:defaultTextStyle>
    <a:defPPr>
      <a:defRPr lang="en-US"/>
    </a:def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1F2E871-86F9-8428-90F1-89C35276A260}" name="Patrik Palm" initials="PP" userId="S::patrik.palm@ericsson.com::f31af3aa-960e-4618-87f6-f5c13f65b32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o Fjelkner" initials="BF" lastIdx="1" clrIdx="0">
    <p:extLst>
      <p:ext uri="{19B8F6BF-5375-455C-9EA6-DF929625EA0E}">
        <p15:presenceInfo xmlns:p15="http://schemas.microsoft.com/office/powerpoint/2012/main" userId="S::bo.fjelkner@ericsson.com::66345089-a538-40dc-9296-5ed8c3567b2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9CEDA6-4DCC-41B7-924B-170B6752C21B}" v="5" dt="2022-10-26T13:13:04.486"/>
    <p1510:client id="{4A4FCA58-2586-4C7C-A60E-BBCE017C29AF}" v="152" dt="2022-10-26T13:28:57.315"/>
    <p1510:client id="{97E158FD-7E3C-47BC-BA85-AF5DAD9F5ACF}" v="4" dt="2022-10-26T13:30:14.551"/>
    <p1510:client id="{F2915B1F-A545-4805-96BB-F0BD8AA3E3E6}" v="8" dt="2022-10-25T13:55:18.4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60" d="100"/>
          <a:sy n="160"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arget="../customXml/item1.xml" Type="http://schemas.openxmlformats.org/officeDocument/2006/relationships/customXml"/><Relationship Id="rId10" Target="slideMasters/slideMaster1.xml" Type="http://schemas.openxmlformats.org/officeDocument/2006/relationships/slideMaster"/><Relationship Id="rId11" Target="slideMasters/slideMaster2.xml" Type="http://schemas.openxmlformats.org/officeDocument/2006/relationships/slideMaster"/><Relationship Id="rId12" Target="slides/slide1.xml" Type="http://schemas.openxmlformats.org/officeDocument/2006/relationships/slide"/><Relationship Id="rId13" Target="slides/slide2.xml" Type="http://schemas.openxmlformats.org/officeDocument/2006/relationships/slide"/><Relationship Id="rId14" Target="slides/slide3.xml" Type="http://schemas.openxmlformats.org/officeDocument/2006/relationships/slide"/><Relationship Id="rId15" Target="slides/slide4.xml" Type="http://schemas.openxmlformats.org/officeDocument/2006/relationships/slide"/><Relationship Id="rId16" Target="slides/slide5.xml" Type="http://schemas.openxmlformats.org/officeDocument/2006/relationships/slide"/><Relationship Id="rId17" Target="slides/slide6.xml" Type="http://schemas.openxmlformats.org/officeDocument/2006/relationships/slide"/><Relationship Id="rId18" Target="slides/slide7.xml" Type="http://schemas.openxmlformats.org/officeDocument/2006/relationships/slide"/><Relationship Id="rId19" Target="slides/slide8.xml" Type="http://schemas.openxmlformats.org/officeDocument/2006/relationships/slide"/><Relationship Id="rId2" Target="../customXml/item2.xml" Type="http://schemas.openxmlformats.org/officeDocument/2006/relationships/customXml"/><Relationship Id="rId20" Target="notesMasters/notesMaster1.xml" Type="http://schemas.openxmlformats.org/officeDocument/2006/relationships/notesMaster"/><Relationship Id="rId21" Target="handoutMasters/handoutMaster1.xml" Type="http://schemas.openxmlformats.org/officeDocument/2006/relationships/handoutMaster"/><Relationship Id="rId22" Target="fonts/font1.fntdata" Type="http://schemas.openxmlformats.org/officeDocument/2006/relationships/font"/><Relationship Id="rId23" Target="fonts/font2.fntdata" Type="http://schemas.openxmlformats.org/officeDocument/2006/relationships/font"/><Relationship Id="rId24" Target="fonts/font3.fntdata" Type="http://schemas.openxmlformats.org/officeDocument/2006/relationships/font"/><Relationship Id="rId25" Target="fonts/font4.fntdata" Type="http://schemas.openxmlformats.org/officeDocument/2006/relationships/font"/><Relationship Id="rId26" Target="fonts/font5.fntdata" Type="http://schemas.openxmlformats.org/officeDocument/2006/relationships/font"/><Relationship Id="rId27" Target="fonts/font6.fntdata" Type="http://schemas.openxmlformats.org/officeDocument/2006/relationships/font"/><Relationship Id="rId28" Target="fonts/font7.fntdata" Type="http://schemas.openxmlformats.org/officeDocument/2006/relationships/font"/><Relationship Id="rId29" Target="fonts/font8.fntdata" Type="http://schemas.openxmlformats.org/officeDocument/2006/relationships/font"/><Relationship Id="rId3" Target="../customXml/item3.xml" Type="http://schemas.openxmlformats.org/officeDocument/2006/relationships/customXml"/><Relationship Id="rId30" Target="fonts/font9.fntdata" Type="http://schemas.openxmlformats.org/officeDocument/2006/relationships/font"/><Relationship Id="rId31" Target="fonts/font10.fntdata" Type="http://schemas.openxmlformats.org/officeDocument/2006/relationships/font"/><Relationship Id="rId32" Target="fonts/font11.fntdata" Type="http://schemas.openxmlformats.org/officeDocument/2006/relationships/font"/><Relationship Id="rId33" Target="fonts/font12.fntdata" Type="http://schemas.openxmlformats.org/officeDocument/2006/relationships/font"/><Relationship Id="rId34" Target="fonts/font13.fntdata" Type="http://schemas.openxmlformats.org/officeDocument/2006/relationships/font"/><Relationship Id="rId35" Target="commentAuthors.xml" Type="http://schemas.openxmlformats.org/officeDocument/2006/relationships/commentAuthors"/><Relationship Id="rId36" Target="presProps.xml" Type="http://schemas.openxmlformats.org/officeDocument/2006/relationships/presProps"/><Relationship Id="rId37" Target="viewProps.xml" Type="http://schemas.openxmlformats.org/officeDocument/2006/relationships/viewProps"/><Relationship Id="rId38" Target="theme/theme1.xml" Type="http://schemas.openxmlformats.org/officeDocument/2006/relationships/theme"/><Relationship Id="rId39" Target="tableStyles.xml" Type="http://schemas.openxmlformats.org/officeDocument/2006/relationships/tableStyles"/><Relationship Id="rId4" Target="../customXml/item4.xml" Type="http://schemas.openxmlformats.org/officeDocument/2006/relationships/customXml"/><Relationship Id="rId40" Target="revisionInfo.xml" Type="http://schemas.microsoft.com/office/2015/10/relationships/revisionInfo"/><Relationship Id="rId41" Target="authors.xml" Type="http://schemas.microsoft.com/office/2018/10/relationships/authors"/><Relationship Id="rId5" Target="../customXml/item5.xml" Type="http://schemas.openxmlformats.org/officeDocument/2006/relationships/customXml"/><Relationship Id="rId6" Target="../customXml/item6.xml" Type="http://schemas.openxmlformats.org/officeDocument/2006/relationships/customXml"/><Relationship Id="rId7" Target="../customXml/item7.xml" Type="http://schemas.openxmlformats.org/officeDocument/2006/relationships/customXml"/><Relationship Id="rId8" Target="../customXml/item8.xml" Type="http://schemas.openxmlformats.org/officeDocument/2006/relationships/customXml"/><Relationship Id="rId9" Target="../customXml/item9.xml" Type="http://schemas.openxmlformats.org/officeDocument/2006/relationships/customXml"/></Relationships>
</file>

<file path=ppt/handoutMasters/_rels/handoutMaster1.xml.rels><?xml version="1.0" encoding="UTF-8" standalone="yes"?><Relationships xmlns="http://schemas.openxmlformats.org/package/2006/relationships"><Relationship Id="rId1" Target="../theme/theme4.xml" Type="http://schemas.openxmlformats.org/officeDocument/2006/relationships/theme"/></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FD348-9C7F-4865-875C-863EC6E2CB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3294207-A46E-4F9A-91C9-BB4398CEA98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 </a:t>
            </a:r>
          </a:p>
        </p:txBody>
      </p:sp>
      <p:sp>
        <p:nvSpPr>
          <p:cNvPr id="4" name="Footer Placeholder 3">
            <a:extLst>
              <a:ext uri="{FF2B5EF4-FFF2-40B4-BE49-F238E27FC236}">
                <a16:creationId xmlns:a16="http://schemas.microsoft.com/office/drawing/2014/main" id="{95105526-C577-427D-800D-7921EA16026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FCA4CFA-39AC-4AB6-B521-EBDB0AF74A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7AEDCC-D3AE-4D3E-A1AA-6BA600F277AC}" type="slidenum">
              <a:rPr lang="en-US" smtClean="0"/>
              <a:t>‹#›</a:t>
            </a:fld>
            <a:endParaRPr lang="en-US"/>
          </a:p>
        </p:txBody>
      </p:sp>
    </p:spTree>
    <p:extLst>
      <p:ext uri="{BB962C8B-B14F-4D97-AF65-F5344CB8AC3E}">
        <p14:creationId xmlns:p14="http://schemas.microsoft.com/office/powerpoint/2010/main" val="1754262122"/>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Relationships xmlns="http://schemas.openxmlformats.org/package/2006/relationships"><Relationship Id="rId1" Target="../theme/theme3.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Ericsson Hilda Light" panose="00000400000000000000"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Ericsson Hilda Light" panose="00000400000000000000" pitchFamily="2" charset="0"/>
              </a:defRPr>
            </a:lvl1pPr>
          </a:lstStyle>
          <a:p>
            <a:r>
              <a:rPr lang="en-US"/>
              <a:t> </a:t>
            </a: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Ericsson Hilda Light" panose="00000400000000000000"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Ericsson Hilda Light" panose="00000400000000000000" pitchFamily="2" charset="0"/>
              </a:defRPr>
            </a:lvl1pPr>
          </a:lstStyle>
          <a:p>
            <a:fld id="{F949BC75-2359-4F98-918A-7033C92AD487}" type="slidenum">
              <a:rPr lang="en-US" smtClean="0"/>
              <a:pPr/>
              <a:t>‹#›</a:t>
            </a:fld>
            <a:endParaRPr lang="en-US"/>
          </a:p>
        </p:txBody>
      </p:sp>
    </p:spTree>
    <p:extLst>
      <p:ext uri="{BB962C8B-B14F-4D97-AF65-F5344CB8AC3E}">
        <p14:creationId xmlns:p14="http://schemas.microsoft.com/office/powerpoint/2010/main" val="1133333820"/>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Ericsson Hilda Light" panose="00000400000000000000" pitchFamily="2" charset="0"/>
        <a:ea typeface="+mn-ea"/>
        <a:cs typeface="+mn-cs"/>
      </a:defRPr>
    </a:lvl1pPr>
    <a:lvl2pPr marL="457200" algn="l" defTabSz="914400" rtl="0" eaLnBrk="1" latinLnBrk="0" hangingPunct="1">
      <a:defRPr sz="1200" kern="1200">
        <a:solidFill>
          <a:schemeClr val="tx1"/>
        </a:solidFill>
        <a:latin typeface="Ericsson Hilda Light" panose="00000400000000000000" pitchFamily="2" charset="0"/>
        <a:ea typeface="+mn-ea"/>
        <a:cs typeface="+mn-cs"/>
      </a:defRPr>
    </a:lvl2pPr>
    <a:lvl3pPr marL="914400" algn="l" defTabSz="914400" rtl="0" eaLnBrk="1" latinLnBrk="0" hangingPunct="1">
      <a:defRPr sz="1200" kern="1200">
        <a:solidFill>
          <a:schemeClr val="tx1"/>
        </a:solidFill>
        <a:latin typeface="Ericsson Hilda Light" panose="00000400000000000000" pitchFamily="2" charset="0"/>
        <a:ea typeface="+mn-ea"/>
        <a:cs typeface="+mn-cs"/>
      </a:defRPr>
    </a:lvl3pPr>
    <a:lvl4pPr marL="1371600" algn="l" defTabSz="914400" rtl="0" eaLnBrk="1" latinLnBrk="0" hangingPunct="1">
      <a:defRPr sz="1200" kern="1200">
        <a:solidFill>
          <a:schemeClr val="tx1"/>
        </a:solidFill>
        <a:latin typeface="Ericsson Hilda Light" panose="00000400000000000000" pitchFamily="2" charset="0"/>
        <a:ea typeface="+mn-ea"/>
        <a:cs typeface="+mn-cs"/>
      </a:defRPr>
    </a:lvl4pPr>
    <a:lvl5pPr marL="1828800" algn="l" defTabSz="914400" rtl="0" eaLnBrk="1" latinLnBrk="0" hangingPunct="1">
      <a:defRPr sz="1200" kern="1200">
        <a:solidFill>
          <a:schemeClr val="tx1"/>
        </a:solidFill>
        <a:latin typeface="Ericsson Hilda Light" panose="000004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r>
              <a:rPr lang="en-US"/>
              <a:t> </a:t>
            </a:r>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F949BC75-2359-4F98-918A-7033C92AD487}" type="slidenum">
              <a:rPr lang="en-US" smtClean="0"/>
              <a:pPr/>
              <a:t>1</a:t>
            </a:fld>
            <a:endParaRPr lang="en-US"/>
          </a:p>
        </p:txBody>
      </p:sp>
    </p:spTree>
    <p:extLst>
      <p:ext uri="{BB962C8B-B14F-4D97-AF65-F5344CB8AC3E}">
        <p14:creationId xmlns:p14="http://schemas.microsoft.com/office/powerpoint/2010/main" val="3493623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sidhuvud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Ericsson Hilda Light" panose="00000400000000000000" pitchFamily="2" charset="0"/>
                <a:ea typeface="+mn-ea"/>
                <a:cs typeface="+mn-cs"/>
              </a:rPr>
              <a:t> </a:t>
            </a:r>
          </a:p>
        </p:txBody>
      </p:sp>
      <p:sp>
        <p:nvSpPr>
          <p:cNvPr id="5" name="Platshållare för datum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Ericsson Hilda Light" panose="00000400000000000000" pitchFamily="2" charset="0"/>
                <a:ea typeface="+mn-ea"/>
                <a:cs typeface="+mn-cs"/>
              </a:rPr>
              <a:t>2018-02-21 </a:t>
            </a:r>
          </a:p>
        </p:txBody>
      </p:sp>
      <p:sp>
        <p:nvSpPr>
          <p:cNvPr id="6" name="Platshållare för sidfot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Ericsson Hilda Light" panose="00000400000000000000" pitchFamily="2" charset="0"/>
                <a:ea typeface="+mn-ea"/>
                <a:cs typeface="+mn-cs"/>
              </a:rPr>
              <a:t> </a:t>
            </a:r>
          </a:p>
        </p:txBody>
      </p:sp>
      <p:sp>
        <p:nvSpPr>
          <p:cNvPr id="7" name="Platshållare för bildnumm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49BC75-2359-4F98-918A-7033C92AD487}" type="slidenum">
              <a:rPr kumimoji="0" lang="en-US" sz="1200" b="0" i="0" u="none" strike="noStrike" kern="1200" cap="none" spc="0" normalizeH="0" baseline="0" noProof="0" smtClean="0">
                <a:ln>
                  <a:noFill/>
                </a:ln>
                <a:solidFill>
                  <a:prstClr val="black"/>
                </a:solidFill>
                <a:effectLst/>
                <a:uLnTx/>
                <a:uFillTx/>
                <a:latin typeface="Ericsson Hilda Light" panose="000004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Ericsson Hilda Light" panose="00000400000000000000" pitchFamily="2" charset="0"/>
              <a:ea typeface="+mn-ea"/>
              <a:cs typeface="+mn-cs"/>
            </a:endParaRPr>
          </a:p>
        </p:txBody>
      </p:sp>
    </p:spTree>
    <p:extLst>
      <p:ext uri="{BB962C8B-B14F-4D97-AF65-F5344CB8AC3E}">
        <p14:creationId xmlns:p14="http://schemas.microsoft.com/office/powerpoint/2010/main" val="933533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a:p>
        </p:txBody>
      </p:sp>
      <p:sp>
        <p:nvSpPr>
          <p:cNvPr id="4" name="Platshållare för sidhuvud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Ericsson Hilda Light" panose="00000400000000000000" pitchFamily="2" charset="0"/>
                <a:ea typeface="+mn-ea"/>
                <a:cs typeface="+mn-cs"/>
              </a:rPr>
              <a:t> </a:t>
            </a:r>
          </a:p>
        </p:txBody>
      </p:sp>
      <p:sp>
        <p:nvSpPr>
          <p:cNvPr id="5" name="Platshållare för datum 4"/>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Ericsson Hilda Light" panose="00000400000000000000" pitchFamily="2" charset="0"/>
                <a:ea typeface="+mn-ea"/>
                <a:cs typeface="+mn-cs"/>
              </a:rPr>
              <a:t>2018-02-21 </a:t>
            </a:r>
          </a:p>
        </p:txBody>
      </p:sp>
      <p:sp>
        <p:nvSpPr>
          <p:cNvPr id="6" name="Platshållare för sidfot 5"/>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Ericsson Hilda Light" panose="00000400000000000000" pitchFamily="2" charset="0"/>
                <a:ea typeface="+mn-ea"/>
                <a:cs typeface="+mn-cs"/>
              </a:rPr>
              <a:t> </a:t>
            </a:r>
          </a:p>
        </p:txBody>
      </p:sp>
      <p:sp>
        <p:nvSpPr>
          <p:cNvPr id="7" name="Platshållare för bildnumm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49BC75-2359-4F98-918A-7033C92AD487}" type="slidenum">
              <a:rPr kumimoji="0" lang="en-US" sz="1200" b="0" i="0" u="none" strike="noStrike" kern="1200" cap="none" spc="0" normalizeH="0" baseline="0" noProof="0" smtClean="0">
                <a:ln>
                  <a:noFill/>
                </a:ln>
                <a:solidFill>
                  <a:prstClr val="black"/>
                </a:solidFill>
                <a:effectLst/>
                <a:uLnTx/>
                <a:uFillTx/>
                <a:latin typeface="Ericsson Hilda Light" panose="000004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Ericsson Hilda Light" panose="00000400000000000000" pitchFamily="2" charset="0"/>
              <a:ea typeface="+mn-ea"/>
              <a:cs typeface="+mn-cs"/>
            </a:endParaRPr>
          </a:p>
        </p:txBody>
      </p:sp>
    </p:spTree>
    <p:extLst>
      <p:ext uri="{BB962C8B-B14F-4D97-AF65-F5344CB8AC3E}">
        <p14:creationId xmlns:p14="http://schemas.microsoft.com/office/powerpoint/2010/main" val="927585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a:extLst>
              <a:ext uri="{FF2B5EF4-FFF2-40B4-BE49-F238E27FC236}">
                <a16:creationId xmlns:a16="http://schemas.microsoft.com/office/drawing/2014/main" id="{47ADE056-EEEC-4125-AFC5-D8E4951C8F27}"/>
              </a:ext>
            </a:extLst>
          </p:cNvPr>
          <p:cNvSpPr>
            <a:spLocks noGrp="1" noChangeArrowheads="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Ericsson Hilda Light" panose="00000400000000000000" pitchFamily="2" charset="0"/>
                <a:ea typeface="+mn-ea"/>
                <a:cs typeface="+mn-cs"/>
              </a:rPr>
              <a:t>GISB Charter </a:t>
            </a:r>
          </a:p>
        </p:txBody>
      </p:sp>
      <p:sp>
        <p:nvSpPr>
          <p:cNvPr id="32" name="Rectangle 3">
            <a:extLst>
              <a:ext uri="{FF2B5EF4-FFF2-40B4-BE49-F238E27FC236}">
                <a16:creationId xmlns:a16="http://schemas.microsoft.com/office/drawing/2014/main" id="{0C12DD16-0FA4-431E-B8F5-8F8AB884FE6B}"/>
              </a:ext>
            </a:extLst>
          </p:cNvPr>
          <p:cNvSpPr>
            <a:spLocks noGrp="1" noChangeArrowheads="1"/>
          </p:cNvSpPr>
          <p:nvPr>
            <p:ph type="dt" sz="quarter"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Ericsson Hilda Light" panose="00000400000000000000" pitchFamily="2" charset="0"/>
                <a:ea typeface="+mn-ea"/>
                <a:cs typeface="+mn-cs"/>
              </a:rPr>
              <a:t>2018-11-29 </a:t>
            </a:r>
          </a:p>
        </p:txBody>
      </p:sp>
      <p:sp>
        <p:nvSpPr>
          <p:cNvPr id="33" name="Rectangle 6">
            <a:extLst>
              <a:ext uri="{FF2B5EF4-FFF2-40B4-BE49-F238E27FC236}">
                <a16:creationId xmlns:a16="http://schemas.microsoft.com/office/drawing/2014/main" id="{52D323DC-791C-4144-BE29-3A26814A2CB9}"/>
              </a:ext>
            </a:extLst>
          </p:cNvPr>
          <p:cNvSpPr>
            <a:spLocks noGrp="1" noChangeArrowheads="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Ericsson Hilda Light" panose="00000400000000000000" pitchFamily="2" charset="0"/>
                <a:ea typeface="+mn-ea"/>
                <a:cs typeface="+mn-cs"/>
              </a:rPr>
              <a:t>GFFI-18:013613 Uen, Rev C </a:t>
            </a:r>
          </a:p>
        </p:txBody>
      </p:sp>
      <p:sp>
        <p:nvSpPr>
          <p:cNvPr id="34" name="Rectangle 7">
            <a:extLst>
              <a:ext uri="{FF2B5EF4-FFF2-40B4-BE49-F238E27FC236}">
                <a16:creationId xmlns:a16="http://schemas.microsoft.com/office/drawing/2014/main" id="{FAF48EAB-5CA1-422D-B27B-6E84E5258484}"/>
              </a:ext>
            </a:extLst>
          </p:cNvPr>
          <p:cNvSpPr>
            <a:spLocks noGrp="1" noChangeArrowheads="1"/>
          </p:cNvSpPr>
          <p:nvPr>
            <p:ph type="sldNum" sz="quarter" idx="5"/>
          </p:nvPr>
        </p:nvSpPr>
        <p:spPr/>
        <p:txBody>
          <a:bodyPr/>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DC70807-73D8-4F69-A7DB-B02E32D471A8}" type="slidenum">
              <a:rPr kumimoji="0" lang="en-US" altLang="sv-SE" sz="1200" b="0" i="0" u="none" strike="noStrike" kern="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altLang="sv-SE"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endParaRPr>
          </a:p>
        </p:txBody>
      </p:sp>
      <p:sp>
        <p:nvSpPr>
          <p:cNvPr id="27" name="Rectangle 2">
            <a:extLst>
              <a:ext uri="{FF2B5EF4-FFF2-40B4-BE49-F238E27FC236}">
                <a16:creationId xmlns:a16="http://schemas.microsoft.com/office/drawing/2014/main" id="{CF019C8F-2015-4691-9077-03A78F528A46}"/>
              </a:ext>
            </a:extLst>
          </p:cNvPr>
          <p:cNvSpPr txBox="1">
            <a:spLocks noGrp="1" noChangeArrowheads="1"/>
          </p:cNvSpPr>
          <p:nvPr/>
        </p:nvSpPr>
        <p:spPr bwMode="auto">
          <a:xfrm>
            <a:off x="0" y="0"/>
            <a:ext cx="2918910" cy="53769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Arial" charset="0"/>
                <a:ea typeface="+mn-ea"/>
                <a:cs typeface="+mn-cs"/>
              </a:rPr>
              <a:t>Common Functions Governance Model Common Functions Governance Model Group ITTE Governance Model Group ITTE Governance Group ITTE Internal Governance Group ITTE Internal Governance </a:t>
            </a:r>
          </a:p>
        </p:txBody>
      </p:sp>
      <p:sp>
        <p:nvSpPr>
          <p:cNvPr id="28" name="Rectangle 3">
            <a:extLst>
              <a:ext uri="{FF2B5EF4-FFF2-40B4-BE49-F238E27FC236}">
                <a16:creationId xmlns:a16="http://schemas.microsoft.com/office/drawing/2014/main" id="{4D9CAB5C-E966-40E8-9DBB-039CAE699BE1}"/>
              </a:ext>
            </a:extLst>
          </p:cNvPr>
          <p:cNvSpPr txBox="1">
            <a:spLocks noGrp="1" noChangeArrowheads="1"/>
          </p:cNvSpPr>
          <p:nvPr/>
        </p:nvSpPr>
        <p:spPr bwMode="auto">
          <a:xfrm>
            <a:off x="3814251" y="0"/>
            <a:ext cx="2918910" cy="53769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8C5AE1-58C8-4893-92D7-004627B09552}" type="datetime1">
              <a:rPr kumimoji="0" lang="en-US" sz="1200" b="0" i="0" u="none" strike="noStrike" kern="0" cap="none" spc="0" normalizeH="0" baseline="0" noProof="0">
                <a:ln>
                  <a:noFill/>
                </a:ln>
                <a:solidFill>
                  <a:sysClr val="windowText" lastClr="000000"/>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8/25/2025</a:t>
            </a:fld>
            <a:r>
              <a:rPr kumimoji="0" lang="en-US" sz="1200" b="0" i="0" u="none" strike="noStrike" kern="0" cap="none" spc="0" normalizeH="0" baseline="0" noProof="0">
                <a:ln>
                  <a:noFill/>
                </a:ln>
                <a:solidFill>
                  <a:sysClr val="windowText" lastClr="000000"/>
                </a:solidFill>
                <a:effectLst/>
                <a:uLnTx/>
                <a:uFillTx/>
                <a:latin typeface="Arial" charset="0"/>
                <a:ea typeface="+mn-ea"/>
                <a:cs typeface="+mn-cs"/>
              </a:rPr>
              <a:t>2011-05-05 </a:t>
            </a:r>
          </a:p>
        </p:txBody>
      </p:sp>
      <p:sp>
        <p:nvSpPr>
          <p:cNvPr id="29" name="Rectangle 6">
            <a:extLst>
              <a:ext uri="{FF2B5EF4-FFF2-40B4-BE49-F238E27FC236}">
                <a16:creationId xmlns:a16="http://schemas.microsoft.com/office/drawing/2014/main" id="{623AAF4E-16FF-44C0-B559-49842F09E708}"/>
              </a:ext>
            </a:extLst>
          </p:cNvPr>
          <p:cNvSpPr txBox="1">
            <a:spLocks noGrp="1" noChangeArrowheads="1"/>
          </p:cNvSpPr>
          <p:nvPr/>
        </p:nvSpPr>
        <p:spPr bwMode="auto">
          <a:xfrm>
            <a:off x="0" y="10214442"/>
            <a:ext cx="2918910" cy="53769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Arial" charset="0"/>
                <a:ea typeface="+mn-ea"/>
                <a:cs typeface="+mn-cs"/>
              </a:rPr>
              <a:t>EAB-11:050363 Uen, Rev PD11 EAB-11:050363 Uen, Rev C EAB-11:050363 Uen, Rev PC1 EAB-11:050363 Uen, Rev B EAB-11:023977 Uen, Rev A EAB-11:023977 Uen, Rev PA7 </a:t>
            </a:r>
          </a:p>
        </p:txBody>
      </p:sp>
      <p:sp>
        <p:nvSpPr>
          <p:cNvPr id="30" name="Rectangle 7">
            <a:extLst>
              <a:ext uri="{FF2B5EF4-FFF2-40B4-BE49-F238E27FC236}">
                <a16:creationId xmlns:a16="http://schemas.microsoft.com/office/drawing/2014/main" id="{3C259F5B-9907-4324-B23D-A6AD267F587B}"/>
              </a:ext>
            </a:extLst>
          </p:cNvPr>
          <p:cNvSpPr txBox="1">
            <a:spLocks noGrp="1" noChangeArrowheads="1"/>
          </p:cNvSpPr>
          <p:nvPr/>
        </p:nvSpPr>
        <p:spPr bwMode="auto">
          <a:xfrm>
            <a:off x="3814251" y="10214442"/>
            <a:ext cx="2918910" cy="53769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nchor="b"/>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2EB90D1-F34F-4DA2-88FE-5700E10B702E}" type="slidenum">
              <a:rPr kumimoji="0" lang="en-US" altLang="sv-SE" sz="1200" b="0" i="0" u="none" strike="noStrike" kern="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altLang="sv-SE"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endParaRPr>
          </a:p>
        </p:txBody>
      </p:sp>
      <p:sp>
        <p:nvSpPr>
          <p:cNvPr id="23" name="Rectangle 2">
            <a:extLst>
              <a:ext uri="{FF2B5EF4-FFF2-40B4-BE49-F238E27FC236}">
                <a16:creationId xmlns:a16="http://schemas.microsoft.com/office/drawing/2014/main" id="{529C6F15-77AC-4336-9E41-FAE2493423A8}"/>
              </a:ext>
            </a:extLst>
          </p:cNvPr>
          <p:cNvSpPr txBox="1">
            <a:spLocks noGrp="1" noChangeArrowheads="1"/>
          </p:cNvSpPr>
          <p:nvPr/>
        </p:nvSpPr>
        <p:spPr bwMode="auto">
          <a:xfrm>
            <a:off x="0" y="0"/>
            <a:ext cx="2918910" cy="53769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Arial" charset="0"/>
                <a:ea typeface="+mn-ea"/>
                <a:cs typeface="+mn-cs"/>
              </a:rPr>
              <a:t>Common Functions Governance Model Group ITTE Governance Model Group ITTE Governance Group ITTE Internal Governance Group ITTE Internal Governance </a:t>
            </a:r>
          </a:p>
        </p:txBody>
      </p:sp>
      <p:sp>
        <p:nvSpPr>
          <p:cNvPr id="24" name="Rectangle 3">
            <a:extLst>
              <a:ext uri="{FF2B5EF4-FFF2-40B4-BE49-F238E27FC236}">
                <a16:creationId xmlns:a16="http://schemas.microsoft.com/office/drawing/2014/main" id="{EDD8EFA8-E495-44F3-A28E-AF1A9B57EEB9}"/>
              </a:ext>
            </a:extLst>
          </p:cNvPr>
          <p:cNvSpPr txBox="1">
            <a:spLocks noGrp="1" noChangeArrowheads="1"/>
          </p:cNvSpPr>
          <p:nvPr/>
        </p:nvSpPr>
        <p:spPr bwMode="auto">
          <a:xfrm>
            <a:off x="3814251" y="0"/>
            <a:ext cx="2918910" cy="53769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0BB65C-4F3F-47AF-A9AC-9D7585F19823}" type="datetime1">
              <a:rPr kumimoji="0" lang="en-US" sz="1200" b="0" i="0" u="none" strike="noStrike" kern="0" cap="none" spc="0" normalizeH="0" baseline="0" noProof="0">
                <a:ln>
                  <a:noFill/>
                </a:ln>
                <a:solidFill>
                  <a:sysClr val="windowText" lastClr="000000"/>
                </a:solidFill>
                <a:effectLst/>
                <a:uLnTx/>
                <a:uFillTx/>
                <a:latin typeface="Arial"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8/25/2025</a:t>
            </a:fld>
            <a:r>
              <a:rPr kumimoji="0" lang="en-US" sz="1200" b="0" i="0" u="none" strike="noStrike" kern="0" cap="none" spc="0" normalizeH="0" baseline="0" noProof="0">
                <a:ln>
                  <a:noFill/>
                </a:ln>
                <a:solidFill>
                  <a:sysClr val="windowText" lastClr="000000"/>
                </a:solidFill>
                <a:effectLst/>
                <a:uLnTx/>
                <a:uFillTx/>
                <a:latin typeface="Arial" charset="0"/>
                <a:ea typeface="+mn-ea"/>
                <a:cs typeface="+mn-cs"/>
              </a:rPr>
              <a:t>2011-05-05 </a:t>
            </a:r>
          </a:p>
        </p:txBody>
      </p:sp>
      <p:sp>
        <p:nvSpPr>
          <p:cNvPr id="25" name="Rectangle 6">
            <a:extLst>
              <a:ext uri="{FF2B5EF4-FFF2-40B4-BE49-F238E27FC236}">
                <a16:creationId xmlns:a16="http://schemas.microsoft.com/office/drawing/2014/main" id="{A9B70ADD-331A-47FF-B87B-6DECBC766D5A}"/>
              </a:ext>
            </a:extLst>
          </p:cNvPr>
          <p:cNvSpPr txBox="1">
            <a:spLocks noGrp="1" noChangeArrowheads="1"/>
          </p:cNvSpPr>
          <p:nvPr/>
        </p:nvSpPr>
        <p:spPr bwMode="auto">
          <a:xfrm>
            <a:off x="0" y="10214442"/>
            <a:ext cx="2918910" cy="53769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latin typeface="Arial" charset="0"/>
                <a:ea typeface="+mn-ea"/>
                <a:cs typeface="+mn-cs"/>
              </a:rPr>
              <a:t>EAB-11:050363 Uen, Rev C EAB-11:050363 Uen, Rev PC1 EAB-11:050363 Uen, Rev B EAB-11:023977 Uen, Rev A EAB-11:023977 Uen, Rev PA7 </a:t>
            </a:r>
          </a:p>
        </p:txBody>
      </p:sp>
      <p:sp>
        <p:nvSpPr>
          <p:cNvPr id="26" name="Rectangle 7">
            <a:extLst>
              <a:ext uri="{FF2B5EF4-FFF2-40B4-BE49-F238E27FC236}">
                <a16:creationId xmlns:a16="http://schemas.microsoft.com/office/drawing/2014/main" id="{58CFEE1E-3469-4FF6-9CEF-57FAEE782335}"/>
              </a:ext>
            </a:extLst>
          </p:cNvPr>
          <p:cNvSpPr txBox="1">
            <a:spLocks noGrp="1" noChangeArrowheads="1"/>
          </p:cNvSpPr>
          <p:nvPr/>
        </p:nvSpPr>
        <p:spPr bwMode="auto">
          <a:xfrm>
            <a:off x="3814251" y="10214442"/>
            <a:ext cx="2918910" cy="53769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nchor="b"/>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4DCA57B-8FAA-4071-B3EA-FCC3EA85E939}" type="slidenum">
              <a:rPr kumimoji="0" lang="en-US" altLang="sv-SE" sz="1200" b="0" i="0" u="none" strike="noStrike" kern="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altLang="sv-SE"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endParaRPr>
          </a:p>
        </p:txBody>
      </p:sp>
      <p:sp>
        <p:nvSpPr>
          <p:cNvPr id="7182" name="Rectangle 2">
            <a:extLst>
              <a:ext uri="{FF2B5EF4-FFF2-40B4-BE49-F238E27FC236}">
                <a16:creationId xmlns:a16="http://schemas.microsoft.com/office/drawing/2014/main" id="{2C75AFB7-A9FB-4B04-8034-490054EAE43E}"/>
              </a:ext>
            </a:extLst>
          </p:cNvPr>
          <p:cNvSpPr txBox="1">
            <a:spLocks noGrp="1" noChangeArrowheads="1"/>
          </p:cNvSpPr>
          <p:nvPr/>
        </p:nvSpPr>
        <p:spPr bwMode="auto">
          <a:xfrm>
            <a:off x="0" y="0"/>
            <a:ext cx="2918910"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rPr>
              <a:t>Updated Governance model and charters  </a:t>
            </a:r>
          </a:p>
        </p:txBody>
      </p:sp>
      <p:sp>
        <p:nvSpPr>
          <p:cNvPr id="7183" name="Rectangle 3">
            <a:extLst>
              <a:ext uri="{FF2B5EF4-FFF2-40B4-BE49-F238E27FC236}">
                <a16:creationId xmlns:a16="http://schemas.microsoft.com/office/drawing/2014/main" id="{246C3EE5-9074-4874-B064-2A393D4F2583}"/>
              </a:ext>
            </a:extLst>
          </p:cNvPr>
          <p:cNvSpPr txBox="1">
            <a:spLocks noGrp="1" noChangeArrowheads="1"/>
          </p:cNvSpPr>
          <p:nvPr/>
        </p:nvSpPr>
        <p:spPr bwMode="auto">
          <a:xfrm>
            <a:off x="3814251" y="0"/>
            <a:ext cx="2918910"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C66204C-A561-49A1-A689-453859CF38AE}" type="datetime1">
              <a:rPr kumimoji="0" lang="en-US" altLang="en-US" sz="1200" b="0" i="0" u="none" strike="noStrike" kern="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rPr>
              <a:pPr marL="0" marR="0" lvl="0" indent="0" algn="r" defTabSz="914400" rtl="0" eaLnBrk="1" fontAlgn="auto" latinLnBrk="0" hangingPunct="1">
                <a:lnSpc>
                  <a:spcPct val="100000"/>
                </a:lnSpc>
                <a:spcBef>
                  <a:spcPts val="0"/>
                </a:spcBef>
                <a:spcAft>
                  <a:spcPts val="0"/>
                </a:spcAft>
                <a:buClrTx/>
                <a:buSzTx/>
                <a:buFontTx/>
                <a:buNone/>
                <a:tabLst/>
                <a:defRPr/>
              </a:pPr>
              <a:t>8/25/2025</a:t>
            </a:fld>
            <a:endPar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endParaRPr>
          </a:p>
        </p:txBody>
      </p:sp>
      <p:sp>
        <p:nvSpPr>
          <p:cNvPr id="7184" name="Rectangle 6">
            <a:extLst>
              <a:ext uri="{FF2B5EF4-FFF2-40B4-BE49-F238E27FC236}">
                <a16:creationId xmlns:a16="http://schemas.microsoft.com/office/drawing/2014/main" id="{1BB2EE4D-BD36-41D3-B344-7CE86A5AA079}"/>
              </a:ext>
            </a:extLst>
          </p:cNvPr>
          <p:cNvSpPr txBox="1">
            <a:spLocks noGrp="1" noChangeArrowheads="1"/>
          </p:cNvSpPr>
          <p:nvPr/>
        </p:nvSpPr>
        <p:spPr bwMode="auto">
          <a:xfrm>
            <a:off x="0" y="10214442"/>
            <a:ext cx="2918910"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rPr>
              <a:t>  </a:t>
            </a:r>
          </a:p>
        </p:txBody>
      </p:sp>
      <p:sp>
        <p:nvSpPr>
          <p:cNvPr id="7185" name="Rectangle 7">
            <a:extLst>
              <a:ext uri="{FF2B5EF4-FFF2-40B4-BE49-F238E27FC236}">
                <a16:creationId xmlns:a16="http://schemas.microsoft.com/office/drawing/2014/main" id="{D5535350-42A1-4F71-85AD-BE7698D456B9}"/>
              </a:ext>
            </a:extLst>
          </p:cNvPr>
          <p:cNvSpPr txBox="1">
            <a:spLocks noGrp="1" noChangeArrowheads="1"/>
          </p:cNvSpPr>
          <p:nvPr/>
        </p:nvSpPr>
        <p:spPr bwMode="auto">
          <a:xfrm>
            <a:off x="3814251" y="10214442"/>
            <a:ext cx="2918910"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9D88C564-DB0A-498D-82A9-CB18BE4FCA52}" type="slidenum">
              <a:rPr kumimoji="0" lang="en-US" altLang="en-US" sz="1200" b="0" i="0" u="none" strike="noStrike" kern="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endParaRPr>
          </a:p>
        </p:txBody>
      </p:sp>
      <p:sp>
        <p:nvSpPr>
          <p:cNvPr id="7186" name="Rectangle 2">
            <a:extLst>
              <a:ext uri="{FF2B5EF4-FFF2-40B4-BE49-F238E27FC236}">
                <a16:creationId xmlns:a16="http://schemas.microsoft.com/office/drawing/2014/main" id="{5EE352F3-3F6A-47D1-BA9A-529F8F88C419}"/>
              </a:ext>
            </a:extLst>
          </p:cNvPr>
          <p:cNvSpPr txBox="1">
            <a:spLocks noGrp="1" noChangeArrowheads="1"/>
          </p:cNvSpPr>
          <p:nvPr/>
        </p:nvSpPr>
        <p:spPr bwMode="auto">
          <a:xfrm>
            <a:off x="0" y="0"/>
            <a:ext cx="2918910"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rPr>
              <a:t> </a:t>
            </a:r>
          </a:p>
        </p:txBody>
      </p:sp>
      <p:sp>
        <p:nvSpPr>
          <p:cNvPr id="7187" name="Rectangle 3">
            <a:extLst>
              <a:ext uri="{FF2B5EF4-FFF2-40B4-BE49-F238E27FC236}">
                <a16:creationId xmlns:a16="http://schemas.microsoft.com/office/drawing/2014/main" id="{6BACA854-0067-4108-AC98-67539572BAB3}"/>
              </a:ext>
            </a:extLst>
          </p:cNvPr>
          <p:cNvSpPr txBox="1">
            <a:spLocks noGrp="1" noChangeArrowheads="1"/>
          </p:cNvSpPr>
          <p:nvPr/>
        </p:nvSpPr>
        <p:spPr bwMode="auto">
          <a:xfrm>
            <a:off x="3814251" y="0"/>
            <a:ext cx="2918910"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76EB48A-7639-46DD-BCB3-2C9080A5A425}" type="datetime1">
              <a:rPr kumimoji="0" lang="en-US" altLang="en-US" sz="1200" b="0" i="0" u="none" strike="noStrike" kern="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rPr>
              <a:pPr marL="0" marR="0" lvl="0" indent="0" algn="r" defTabSz="914400" rtl="0" eaLnBrk="1" fontAlgn="auto" latinLnBrk="0" hangingPunct="1">
                <a:lnSpc>
                  <a:spcPct val="100000"/>
                </a:lnSpc>
                <a:spcBef>
                  <a:spcPts val="0"/>
                </a:spcBef>
                <a:spcAft>
                  <a:spcPts val="0"/>
                </a:spcAft>
                <a:buClrTx/>
                <a:buSzTx/>
                <a:buFontTx/>
                <a:buNone/>
                <a:tabLst/>
                <a:defRPr/>
              </a:pPr>
              <a:t>8/25/2025</a:t>
            </a:fld>
            <a:endPar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endParaRPr>
          </a:p>
        </p:txBody>
      </p:sp>
      <p:sp>
        <p:nvSpPr>
          <p:cNvPr id="7188" name="Rectangle 6">
            <a:extLst>
              <a:ext uri="{FF2B5EF4-FFF2-40B4-BE49-F238E27FC236}">
                <a16:creationId xmlns:a16="http://schemas.microsoft.com/office/drawing/2014/main" id="{50E91603-DFC9-4364-BC70-A745F1384EEA}"/>
              </a:ext>
            </a:extLst>
          </p:cNvPr>
          <p:cNvSpPr txBox="1">
            <a:spLocks noGrp="1" noChangeArrowheads="1"/>
          </p:cNvSpPr>
          <p:nvPr/>
        </p:nvSpPr>
        <p:spPr bwMode="auto">
          <a:xfrm>
            <a:off x="0" y="10214442"/>
            <a:ext cx="2918910"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rPr>
              <a:t> </a:t>
            </a:r>
          </a:p>
        </p:txBody>
      </p:sp>
      <p:sp>
        <p:nvSpPr>
          <p:cNvPr id="7189" name="Rectangle 7">
            <a:extLst>
              <a:ext uri="{FF2B5EF4-FFF2-40B4-BE49-F238E27FC236}">
                <a16:creationId xmlns:a16="http://schemas.microsoft.com/office/drawing/2014/main" id="{8FED9CD9-7EF8-437B-8F81-037505AF98B9}"/>
              </a:ext>
            </a:extLst>
          </p:cNvPr>
          <p:cNvSpPr txBox="1">
            <a:spLocks noGrp="1" noChangeArrowheads="1"/>
          </p:cNvSpPr>
          <p:nvPr/>
        </p:nvSpPr>
        <p:spPr bwMode="auto">
          <a:xfrm>
            <a:off x="3814251" y="10214442"/>
            <a:ext cx="2918910"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F5D2061-72D7-4664-A422-0EAA566355C4}" type="slidenum">
              <a:rPr kumimoji="0" lang="en-US" altLang="en-US" sz="1200" b="0" i="0" u="none" strike="noStrike" kern="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endParaRPr>
          </a:p>
        </p:txBody>
      </p:sp>
      <p:sp>
        <p:nvSpPr>
          <p:cNvPr id="11" name="Rectangle 2">
            <a:extLst>
              <a:ext uri="{FF2B5EF4-FFF2-40B4-BE49-F238E27FC236}">
                <a16:creationId xmlns:a16="http://schemas.microsoft.com/office/drawing/2014/main" id="{60CBF5C2-6D2A-4BED-92CD-D9C34DAD69F5}"/>
              </a:ext>
            </a:extLst>
          </p:cNvPr>
          <p:cNvSpPr txBox="1">
            <a:spLocks noGrp="1" noChangeArrowheads="1"/>
          </p:cNvSpPr>
          <p:nvPr/>
        </p:nvSpPr>
        <p:spPr bwMode="auto">
          <a:xfrm>
            <a:off x="0" y="0"/>
            <a:ext cx="2920483"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90862" tIns="45431" rIns="90862" bIns="45431"/>
          <a:lstStyle>
            <a:lvl1pPr algn="l" defTabSz="908050">
              <a:defRPr>
                <a:solidFill>
                  <a:schemeClr val="tx1"/>
                </a:solidFill>
                <a:latin typeface="Arial" pitchFamily="34" charset="0"/>
              </a:defRPr>
            </a:lvl1pPr>
            <a:lvl2pPr marL="738188" indent="-284163" algn="l" defTabSz="908050">
              <a:defRPr>
                <a:solidFill>
                  <a:schemeClr val="tx1"/>
                </a:solidFill>
                <a:latin typeface="Arial" pitchFamily="34" charset="0"/>
              </a:defRPr>
            </a:lvl2pPr>
            <a:lvl3pPr marL="1136650" indent="-228600" algn="l" defTabSz="908050">
              <a:defRPr>
                <a:solidFill>
                  <a:schemeClr val="tx1"/>
                </a:solidFill>
                <a:latin typeface="Arial" pitchFamily="34" charset="0"/>
              </a:defRPr>
            </a:lvl3pPr>
            <a:lvl4pPr marL="1589088" indent="-227013" algn="l" defTabSz="908050">
              <a:defRPr>
                <a:solidFill>
                  <a:schemeClr val="tx1"/>
                </a:solidFill>
                <a:latin typeface="Arial" pitchFamily="34" charset="0"/>
              </a:defRPr>
            </a:lvl4pPr>
            <a:lvl5pPr marL="2044700" indent="-227013" algn="l" defTabSz="908050">
              <a:defRPr>
                <a:solidFill>
                  <a:schemeClr val="tx1"/>
                </a:solidFill>
                <a:latin typeface="Arial" pitchFamily="34" charset="0"/>
              </a:defRPr>
            </a:lvl5pPr>
            <a:lvl6pPr marL="2501900" indent="-227013" defTabSz="908050" fontAlgn="base">
              <a:spcBef>
                <a:spcPct val="0"/>
              </a:spcBef>
              <a:spcAft>
                <a:spcPct val="0"/>
              </a:spcAft>
              <a:defRPr>
                <a:solidFill>
                  <a:schemeClr val="tx1"/>
                </a:solidFill>
                <a:latin typeface="Arial" pitchFamily="34" charset="0"/>
              </a:defRPr>
            </a:lvl6pPr>
            <a:lvl7pPr marL="2959100" indent="-227013" defTabSz="908050" fontAlgn="base">
              <a:spcBef>
                <a:spcPct val="0"/>
              </a:spcBef>
              <a:spcAft>
                <a:spcPct val="0"/>
              </a:spcAft>
              <a:defRPr>
                <a:solidFill>
                  <a:schemeClr val="tx1"/>
                </a:solidFill>
                <a:latin typeface="Arial" pitchFamily="34" charset="0"/>
              </a:defRPr>
            </a:lvl7pPr>
            <a:lvl8pPr marL="3416300" indent="-227013" defTabSz="908050" fontAlgn="base">
              <a:spcBef>
                <a:spcPct val="0"/>
              </a:spcBef>
              <a:spcAft>
                <a:spcPct val="0"/>
              </a:spcAft>
              <a:defRPr>
                <a:solidFill>
                  <a:schemeClr val="tx1"/>
                </a:solidFill>
                <a:latin typeface="Arial" pitchFamily="34" charset="0"/>
              </a:defRPr>
            </a:lvl8pPr>
            <a:lvl9pPr marL="3873500" indent="-227013" defTabSz="908050" fontAlgn="base">
              <a:spcBef>
                <a:spcPct val="0"/>
              </a:spcBef>
              <a:spcAft>
                <a:spcPct val="0"/>
              </a:spcAft>
              <a:defRPr>
                <a:solidFill>
                  <a:schemeClr val="tx1"/>
                </a:solidFill>
                <a:latin typeface="Arial" pitchFamily="34" charset="0"/>
              </a:defRPr>
            </a:lvl9pPr>
          </a:lstStyle>
          <a:p>
            <a:pPr marL="0" marR="0" lvl="0" indent="0" algn="l" defTabSz="90805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Arial" pitchFamily="34" charset="0"/>
                <a:ea typeface="+mn-ea"/>
                <a:cs typeface="+mn-cs"/>
              </a:rPr>
              <a:t>Group ITTE Board Group ITTE Internal Governance Group ITTE Internal Governance </a:t>
            </a:r>
          </a:p>
        </p:txBody>
      </p:sp>
      <p:sp>
        <p:nvSpPr>
          <p:cNvPr id="12" name="Rectangle 3">
            <a:extLst>
              <a:ext uri="{FF2B5EF4-FFF2-40B4-BE49-F238E27FC236}">
                <a16:creationId xmlns:a16="http://schemas.microsoft.com/office/drawing/2014/main" id="{891719F6-682E-4181-9615-8F9C347C1AAF}"/>
              </a:ext>
            </a:extLst>
          </p:cNvPr>
          <p:cNvSpPr txBox="1">
            <a:spLocks noGrp="1" noChangeArrowheads="1"/>
          </p:cNvSpPr>
          <p:nvPr/>
        </p:nvSpPr>
        <p:spPr bwMode="auto">
          <a:xfrm>
            <a:off x="3812678" y="0"/>
            <a:ext cx="2920483"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90862" tIns="45431" rIns="90862" bIns="45431"/>
          <a:lstStyle>
            <a:lvl1pPr algn="l" defTabSz="908050">
              <a:defRPr>
                <a:solidFill>
                  <a:schemeClr val="tx1"/>
                </a:solidFill>
                <a:latin typeface="Arial" pitchFamily="34" charset="0"/>
              </a:defRPr>
            </a:lvl1pPr>
            <a:lvl2pPr marL="738188" indent="-284163" algn="l" defTabSz="908050">
              <a:defRPr>
                <a:solidFill>
                  <a:schemeClr val="tx1"/>
                </a:solidFill>
                <a:latin typeface="Arial" pitchFamily="34" charset="0"/>
              </a:defRPr>
            </a:lvl2pPr>
            <a:lvl3pPr marL="1136650" indent="-228600" algn="l" defTabSz="908050">
              <a:defRPr>
                <a:solidFill>
                  <a:schemeClr val="tx1"/>
                </a:solidFill>
                <a:latin typeface="Arial" pitchFamily="34" charset="0"/>
              </a:defRPr>
            </a:lvl3pPr>
            <a:lvl4pPr marL="1589088" indent="-227013" algn="l" defTabSz="908050">
              <a:defRPr>
                <a:solidFill>
                  <a:schemeClr val="tx1"/>
                </a:solidFill>
                <a:latin typeface="Arial" pitchFamily="34" charset="0"/>
              </a:defRPr>
            </a:lvl4pPr>
            <a:lvl5pPr marL="2044700" indent="-227013" algn="l" defTabSz="908050">
              <a:defRPr>
                <a:solidFill>
                  <a:schemeClr val="tx1"/>
                </a:solidFill>
                <a:latin typeface="Arial" pitchFamily="34" charset="0"/>
              </a:defRPr>
            </a:lvl5pPr>
            <a:lvl6pPr marL="2501900" indent="-227013" defTabSz="908050" fontAlgn="base">
              <a:spcBef>
                <a:spcPct val="0"/>
              </a:spcBef>
              <a:spcAft>
                <a:spcPct val="0"/>
              </a:spcAft>
              <a:defRPr>
                <a:solidFill>
                  <a:schemeClr val="tx1"/>
                </a:solidFill>
                <a:latin typeface="Arial" pitchFamily="34" charset="0"/>
              </a:defRPr>
            </a:lvl6pPr>
            <a:lvl7pPr marL="2959100" indent="-227013" defTabSz="908050" fontAlgn="base">
              <a:spcBef>
                <a:spcPct val="0"/>
              </a:spcBef>
              <a:spcAft>
                <a:spcPct val="0"/>
              </a:spcAft>
              <a:defRPr>
                <a:solidFill>
                  <a:schemeClr val="tx1"/>
                </a:solidFill>
                <a:latin typeface="Arial" pitchFamily="34" charset="0"/>
              </a:defRPr>
            </a:lvl7pPr>
            <a:lvl8pPr marL="3416300" indent="-227013" defTabSz="908050" fontAlgn="base">
              <a:spcBef>
                <a:spcPct val="0"/>
              </a:spcBef>
              <a:spcAft>
                <a:spcPct val="0"/>
              </a:spcAft>
              <a:defRPr>
                <a:solidFill>
                  <a:schemeClr val="tx1"/>
                </a:solidFill>
                <a:latin typeface="Arial" pitchFamily="34" charset="0"/>
              </a:defRPr>
            </a:lvl8pPr>
            <a:lvl9pPr marL="3873500" indent="-227013" defTabSz="908050" fontAlgn="base">
              <a:spcBef>
                <a:spcPct val="0"/>
              </a:spcBef>
              <a:spcAft>
                <a:spcPct val="0"/>
              </a:spcAft>
              <a:defRPr>
                <a:solidFill>
                  <a:schemeClr val="tx1"/>
                </a:solidFill>
                <a:latin typeface="Arial" pitchFamily="34" charset="0"/>
              </a:defRPr>
            </a:lvl9pPr>
          </a:lstStyle>
          <a:p>
            <a:pPr marL="0" marR="0" lvl="0" indent="0" algn="r" defTabSz="908050" rtl="0" eaLnBrk="1" fontAlgn="auto" latinLnBrk="0" hangingPunct="1">
              <a:lnSpc>
                <a:spcPct val="100000"/>
              </a:lnSpc>
              <a:spcBef>
                <a:spcPts val="0"/>
              </a:spcBef>
              <a:spcAft>
                <a:spcPts val="0"/>
              </a:spcAft>
              <a:buClrTx/>
              <a:buSzTx/>
              <a:buFontTx/>
              <a:buNone/>
              <a:tabLst/>
              <a:defRPr/>
            </a:pPr>
            <a:fld id="{B76B0BBA-73B0-4665-8EC0-68A35A8E635E}" type="datetime1">
              <a:rPr kumimoji="0" lang="en-US" sz="1200" b="0" i="0" u="none" strike="noStrike" kern="0" cap="none" spc="0" normalizeH="0" baseline="0" noProof="0" smtClean="0">
                <a:ln>
                  <a:noFill/>
                </a:ln>
                <a:solidFill>
                  <a:prstClr val="black"/>
                </a:solidFill>
                <a:effectLst/>
                <a:uLnTx/>
                <a:uFillTx/>
                <a:latin typeface="Arial" pitchFamily="34" charset="0"/>
                <a:ea typeface="+mn-ea"/>
                <a:cs typeface="+mn-cs"/>
              </a:rPr>
              <a:pPr marL="0" marR="0" lvl="0" indent="0" algn="r" defTabSz="908050" rtl="0" eaLnBrk="1" fontAlgn="auto" latinLnBrk="0" hangingPunct="1">
                <a:lnSpc>
                  <a:spcPct val="100000"/>
                </a:lnSpc>
                <a:spcBef>
                  <a:spcPts val="0"/>
                </a:spcBef>
                <a:spcAft>
                  <a:spcPts val="0"/>
                </a:spcAft>
                <a:buClrTx/>
                <a:buSzTx/>
                <a:buFontTx/>
                <a:buNone/>
                <a:tabLst/>
                <a:defRPr/>
              </a:pPr>
              <a:t>8/25/2025</a:t>
            </a:fld>
            <a:r>
              <a:rPr kumimoji="0" lang="en-US" sz="1200" b="0" i="0" u="none" strike="noStrike" kern="0" cap="none" spc="0" normalizeH="0" baseline="0" noProof="0">
                <a:ln>
                  <a:noFill/>
                </a:ln>
                <a:solidFill>
                  <a:prstClr val="black"/>
                </a:solidFill>
                <a:effectLst/>
                <a:uLnTx/>
                <a:uFillTx/>
                <a:latin typeface="Arial" pitchFamily="34" charset="0"/>
                <a:ea typeface="+mn-ea"/>
                <a:cs typeface="+mn-cs"/>
              </a:rPr>
              <a:t>2011-05-05 </a:t>
            </a:r>
          </a:p>
        </p:txBody>
      </p:sp>
      <p:sp>
        <p:nvSpPr>
          <p:cNvPr id="13" name="Rectangle 6">
            <a:extLst>
              <a:ext uri="{FF2B5EF4-FFF2-40B4-BE49-F238E27FC236}">
                <a16:creationId xmlns:a16="http://schemas.microsoft.com/office/drawing/2014/main" id="{BE6D8EC7-BC51-403F-86C9-C40B56E29EEC}"/>
              </a:ext>
            </a:extLst>
          </p:cNvPr>
          <p:cNvSpPr txBox="1">
            <a:spLocks noGrp="1" noChangeArrowheads="1"/>
          </p:cNvSpPr>
          <p:nvPr/>
        </p:nvSpPr>
        <p:spPr bwMode="auto">
          <a:xfrm>
            <a:off x="0" y="10214442"/>
            <a:ext cx="2920483"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90862" tIns="45431" rIns="90862" bIns="45431" anchor="b"/>
          <a:lstStyle>
            <a:lvl1pPr algn="l" defTabSz="908050">
              <a:defRPr>
                <a:solidFill>
                  <a:schemeClr val="tx1"/>
                </a:solidFill>
                <a:latin typeface="Arial" pitchFamily="34" charset="0"/>
              </a:defRPr>
            </a:lvl1pPr>
            <a:lvl2pPr marL="738188" indent="-284163" algn="l" defTabSz="908050">
              <a:defRPr>
                <a:solidFill>
                  <a:schemeClr val="tx1"/>
                </a:solidFill>
                <a:latin typeface="Arial" pitchFamily="34" charset="0"/>
              </a:defRPr>
            </a:lvl2pPr>
            <a:lvl3pPr marL="1136650" indent="-228600" algn="l" defTabSz="908050">
              <a:defRPr>
                <a:solidFill>
                  <a:schemeClr val="tx1"/>
                </a:solidFill>
                <a:latin typeface="Arial" pitchFamily="34" charset="0"/>
              </a:defRPr>
            </a:lvl3pPr>
            <a:lvl4pPr marL="1589088" indent="-227013" algn="l" defTabSz="908050">
              <a:defRPr>
                <a:solidFill>
                  <a:schemeClr val="tx1"/>
                </a:solidFill>
                <a:latin typeface="Arial" pitchFamily="34" charset="0"/>
              </a:defRPr>
            </a:lvl4pPr>
            <a:lvl5pPr marL="2044700" indent="-227013" algn="l" defTabSz="908050">
              <a:defRPr>
                <a:solidFill>
                  <a:schemeClr val="tx1"/>
                </a:solidFill>
                <a:latin typeface="Arial" pitchFamily="34" charset="0"/>
              </a:defRPr>
            </a:lvl5pPr>
            <a:lvl6pPr marL="2501900" indent="-227013" defTabSz="908050" fontAlgn="base">
              <a:spcBef>
                <a:spcPct val="0"/>
              </a:spcBef>
              <a:spcAft>
                <a:spcPct val="0"/>
              </a:spcAft>
              <a:defRPr>
                <a:solidFill>
                  <a:schemeClr val="tx1"/>
                </a:solidFill>
                <a:latin typeface="Arial" pitchFamily="34" charset="0"/>
              </a:defRPr>
            </a:lvl6pPr>
            <a:lvl7pPr marL="2959100" indent="-227013" defTabSz="908050" fontAlgn="base">
              <a:spcBef>
                <a:spcPct val="0"/>
              </a:spcBef>
              <a:spcAft>
                <a:spcPct val="0"/>
              </a:spcAft>
              <a:defRPr>
                <a:solidFill>
                  <a:schemeClr val="tx1"/>
                </a:solidFill>
                <a:latin typeface="Arial" pitchFamily="34" charset="0"/>
              </a:defRPr>
            </a:lvl7pPr>
            <a:lvl8pPr marL="3416300" indent="-227013" defTabSz="908050" fontAlgn="base">
              <a:spcBef>
                <a:spcPct val="0"/>
              </a:spcBef>
              <a:spcAft>
                <a:spcPct val="0"/>
              </a:spcAft>
              <a:defRPr>
                <a:solidFill>
                  <a:schemeClr val="tx1"/>
                </a:solidFill>
                <a:latin typeface="Arial" pitchFamily="34" charset="0"/>
              </a:defRPr>
            </a:lvl8pPr>
            <a:lvl9pPr marL="3873500" indent="-227013" defTabSz="908050" fontAlgn="base">
              <a:spcBef>
                <a:spcPct val="0"/>
              </a:spcBef>
              <a:spcAft>
                <a:spcPct val="0"/>
              </a:spcAft>
              <a:defRPr>
                <a:solidFill>
                  <a:schemeClr val="tx1"/>
                </a:solidFill>
                <a:latin typeface="Arial" pitchFamily="34" charset="0"/>
              </a:defRPr>
            </a:lvl9pPr>
          </a:lstStyle>
          <a:p>
            <a:pPr marL="0" marR="0" lvl="0" indent="0" algn="l" defTabSz="90805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Arial" pitchFamily="34" charset="0"/>
                <a:ea typeface="+mn-ea"/>
                <a:cs typeface="+mn-cs"/>
              </a:rPr>
              <a:t>EAB-11:051668 Uen, Rev A EAB-11:023977 Uen, Rev A EAB-11:023977 Uen, Rev PA7 </a:t>
            </a:r>
          </a:p>
        </p:txBody>
      </p:sp>
      <p:sp>
        <p:nvSpPr>
          <p:cNvPr id="14" name="Rectangle 7">
            <a:extLst>
              <a:ext uri="{FF2B5EF4-FFF2-40B4-BE49-F238E27FC236}">
                <a16:creationId xmlns:a16="http://schemas.microsoft.com/office/drawing/2014/main" id="{7ADE94F5-3B8B-4E91-84E6-AC8CDE3D6F00}"/>
              </a:ext>
            </a:extLst>
          </p:cNvPr>
          <p:cNvSpPr txBox="1">
            <a:spLocks noGrp="1" noChangeArrowheads="1"/>
          </p:cNvSpPr>
          <p:nvPr/>
        </p:nvSpPr>
        <p:spPr bwMode="auto">
          <a:xfrm>
            <a:off x="3812678" y="10214442"/>
            <a:ext cx="2920483"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90862" tIns="45431" rIns="90862" bIns="45431" anchor="b"/>
          <a:lstStyle>
            <a:lvl1pPr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08050" rtl="0" eaLnBrk="1" fontAlgn="auto" latinLnBrk="0" hangingPunct="1">
              <a:lnSpc>
                <a:spcPct val="100000"/>
              </a:lnSpc>
              <a:spcBef>
                <a:spcPts val="0"/>
              </a:spcBef>
              <a:spcAft>
                <a:spcPts val="0"/>
              </a:spcAft>
              <a:buClrTx/>
              <a:buSzTx/>
              <a:buFontTx/>
              <a:buNone/>
              <a:tabLst/>
              <a:defRPr/>
            </a:pPr>
            <a:fld id="{7A548910-D76E-4CDD-933B-8E2DF9BFF63B}" type="slidenum">
              <a:rPr kumimoji="0" lang="en-US" altLang="sv-SE" sz="1200" b="0" i="0" u="none" strike="noStrike" kern="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rPr>
              <a:pPr marL="0" marR="0" lvl="0" indent="0" algn="r" defTabSz="908050" rtl="0" eaLnBrk="1" fontAlgn="auto" latinLnBrk="0" hangingPunct="1">
                <a:lnSpc>
                  <a:spcPct val="100000"/>
                </a:lnSpc>
                <a:spcBef>
                  <a:spcPts val="0"/>
                </a:spcBef>
                <a:spcAft>
                  <a:spcPts val="0"/>
                </a:spcAft>
                <a:buClrTx/>
                <a:buSzTx/>
                <a:buFontTx/>
                <a:buNone/>
                <a:tabLst/>
                <a:defRPr/>
              </a:pPr>
              <a:t>8</a:t>
            </a:fld>
            <a:endParaRPr kumimoji="0" lang="en-US" altLang="sv-SE"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endParaRPr>
          </a:p>
        </p:txBody>
      </p:sp>
      <p:sp>
        <p:nvSpPr>
          <p:cNvPr id="8" name="Rectangle 2">
            <a:extLst>
              <a:ext uri="{FF2B5EF4-FFF2-40B4-BE49-F238E27FC236}">
                <a16:creationId xmlns:a16="http://schemas.microsoft.com/office/drawing/2014/main" id="{C6E962C2-84BB-4057-9487-A22FD0D58D3D}"/>
              </a:ext>
            </a:extLst>
          </p:cNvPr>
          <p:cNvSpPr txBox="1">
            <a:spLocks noGrp="1" noChangeArrowheads="1"/>
          </p:cNvSpPr>
          <p:nvPr/>
        </p:nvSpPr>
        <p:spPr bwMode="auto">
          <a:xfrm>
            <a:off x="0" y="0"/>
            <a:ext cx="2920483"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90862" tIns="45431" rIns="90862" bIns="45431"/>
          <a:lstStyle>
            <a:lvl1pPr algn="l" defTabSz="908050">
              <a:defRPr>
                <a:solidFill>
                  <a:schemeClr val="tx1"/>
                </a:solidFill>
                <a:latin typeface="Arial" pitchFamily="34" charset="0"/>
              </a:defRPr>
            </a:lvl1pPr>
            <a:lvl2pPr marL="738188" indent="-284163" algn="l" defTabSz="908050">
              <a:defRPr>
                <a:solidFill>
                  <a:schemeClr val="tx1"/>
                </a:solidFill>
                <a:latin typeface="Arial" pitchFamily="34" charset="0"/>
              </a:defRPr>
            </a:lvl2pPr>
            <a:lvl3pPr marL="1136650" indent="-228600" algn="l" defTabSz="908050">
              <a:defRPr>
                <a:solidFill>
                  <a:schemeClr val="tx1"/>
                </a:solidFill>
                <a:latin typeface="Arial" pitchFamily="34" charset="0"/>
              </a:defRPr>
            </a:lvl3pPr>
            <a:lvl4pPr marL="1589088" indent="-227013" algn="l" defTabSz="908050">
              <a:defRPr>
                <a:solidFill>
                  <a:schemeClr val="tx1"/>
                </a:solidFill>
                <a:latin typeface="Arial" pitchFamily="34" charset="0"/>
              </a:defRPr>
            </a:lvl4pPr>
            <a:lvl5pPr marL="2044700" indent="-227013" algn="l" defTabSz="908050">
              <a:defRPr>
                <a:solidFill>
                  <a:schemeClr val="tx1"/>
                </a:solidFill>
                <a:latin typeface="Arial" pitchFamily="34" charset="0"/>
              </a:defRPr>
            </a:lvl5pPr>
            <a:lvl6pPr marL="2501900" indent="-227013" defTabSz="908050" fontAlgn="base">
              <a:spcBef>
                <a:spcPct val="0"/>
              </a:spcBef>
              <a:spcAft>
                <a:spcPct val="0"/>
              </a:spcAft>
              <a:defRPr>
                <a:solidFill>
                  <a:schemeClr val="tx1"/>
                </a:solidFill>
                <a:latin typeface="Arial" pitchFamily="34" charset="0"/>
              </a:defRPr>
            </a:lvl6pPr>
            <a:lvl7pPr marL="2959100" indent="-227013" defTabSz="908050" fontAlgn="base">
              <a:spcBef>
                <a:spcPct val="0"/>
              </a:spcBef>
              <a:spcAft>
                <a:spcPct val="0"/>
              </a:spcAft>
              <a:defRPr>
                <a:solidFill>
                  <a:schemeClr val="tx1"/>
                </a:solidFill>
                <a:latin typeface="Arial" pitchFamily="34" charset="0"/>
              </a:defRPr>
            </a:lvl7pPr>
            <a:lvl8pPr marL="3416300" indent="-227013" defTabSz="908050" fontAlgn="base">
              <a:spcBef>
                <a:spcPct val="0"/>
              </a:spcBef>
              <a:spcAft>
                <a:spcPct val="0"/>
              </a:spcAft>
              <a:defRPr>
                <a:solidFill>
                  <a:schemeClr val="tx1"/>
                </a:solidFill>
                <a:latin typeface="Arial" pitchFamily="34" charset="0"/>
              </a:defRPr>
            </a:lvl8pPr>
            <a:lvl9pPr marL="3873500" indent="-227013" defTabSz="908050" fontAlgn="base">
              <a:spcBef>
                <a:spcPct val="0"/>
              </a:spcBef>
              <a:spcAft>
                <a:spcPct val="0"/>
              </a:spcAft>
              <a:defRPr>
                <a:solidFill>
                  <a:schemeClr val="tx1"/>
                </a:solidFill>
                <a:latin typeface="Arial" pitchFamily="34" charset="0"/>
              </a:defRPr>
            </a:lvl9pPr>
          </a:lstStyle>
          <a:p>
            <a:pPr marL="0" marR="0" lvl="0" indent="0" algn="l" defTabSz="90805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Arial" pitchFamily="34" charset="0"/>
                <a:ea typeface="+mn-ea"/>
                <a:cs typeface="+mn-cs"/>
              </a:rPr>
              <a:t>Group ITTE Internal Governance Group ITTE Internal Governance </a:t>
            </a:r>
          </a:p>
        </p:txBody>
      </p:sp>
      <p:sp>
        <p:nvSpPr>
          <p:cNvPr id="9" name="Rectangle 6">
            <a:extLst>
              <a:ext uri="{FF2B5EF4-FFF2-40B4-BE49-F238E27FC236}">
                <a16:creationId xmlns:a16="http://schemas.microsoft.com/office/drawing/2014/main" id="{78DEF82E-C6AE-490D-8E11-4045A8D467BA}"/>
              </a:ext>
            </a:extLst>
          </p:cNvPr>
          <p:cNvSpPr txBox="1">
            <a:spLocks noGrp="1" noChangeArrowheads="1"/>
          </p:cNvSpPr>
          <p:nvPr/>
        </p:nvSpPr>
        <p:spPr bwMode="auto">
          <a:xfrm>
            <a:off x="0" y="10214442"/>
            <a:ext cx="2920483"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90862" tIns="45431" rIns="90862" bIns="45431" anchor="b"/>
          <a:lstStyle>
            <a:lvl1pPr algn="l" defTabSz="908050">
              <a:defRPr>
                <a:solidFill>
                  <a:schemeClr val="tx1"/>
                </a:solidFill>
                <a:latin typeface="Arial" pitchFamily="34" charset="0"/>
              </a:defRPr>
            </a:lvl1pPr>
            <a:lvl2pPr marL="738188" indent="-284163" algn="l" defTabSz="908050">
              <a:defRPr>
                <a:solidFill>
                  <a:schemeClr val="tx1"/>
                </a:solidFill>
                <a:latin typeface="Arial" pitchFamily="34" charset="0"/>
              </a:defRPr>
            </a:lvl2pPr>
            <a:lvl3pPr marL="1136650" indent="-228600" algn="l" defTabSz="908050">
              <a:defRPr>
                <a:solidFill>
                  <a:schemeClr val="tx1"/>
                </a:solidFill>
                <a:latin typeface="Arial" pitchFamily="34" charset="0"/>
              </a:defRPr>
            </a:lvl3pPr>
            <a:lvl4pPr marL="1589088" indent="-227013" algn="l" defTabSz="908050">
              <a:defRPr>
                <a:solidFill>
                  <a:schemeClr val="tx1"/>
                </a:solidFill>
                <a:latin typeface="Arial" pitchFamily="34" charset="0"/>
              </a:defRPr>
            </a:lvl4pPr>
            <a:lvl5pPr marL="2044700" indent="-227013" algn="l" defTabSz="908050">
              <a:defRPr>
                <a:solidFill>
                  <a:schemeClr val="tx1"/>
                </a:solidFill>
                <a:latin typeface="Arial" pitchFamily="34" charset="0"/>
              </a:defRPr>
            </a:lvl5pPr>
            <a:lvl6pPr marL="2501900" indent="-227013" defTabSz="908050" fontAlgn="base">
              <a:spcBef>
                <a:spcPct val="0"/>
              </a:spcBef>
              <a:spcAft>
                <a:spcPct val="0"/>
              </a:spcAft>
              <a:defRPr>
                <a:solidFill>
                  <a:schemeClr val="tx1"/>
                </a:solidFill>
                <a:latin typeface="Arial" pitchFamily="34" charset="0"/>
              </a:defRPr>
            </a:lvl6pPr>
            <a:lvl7pPr marL="2959100" indent="-227013" defTabSz="908050" fontAlgn="base">
              <a:spcBef>
                <a:spcPct val="0"/>
              </a:spcBef>
              <a:spcAft>
                <a:spcPct val="0"/>
              </a:spcAft>
              <a:defRPr>
                <a:solidFill>
                  <a:schemeClr val="tx1"/>
                </a:solidFill>
                <a:latin typeface="Arial" pitchFamily="34" charset="0"/>
              </a:defRPr>
            </a:lvl7pPr>
            <a:lvl8pPr marL="3416300" indent="-227013" defTabSz="908050" fontAlgn="base">
              <a:spcBef>
                <a:spcPct val="0"/>
              </a:spcBef>
              <a:spcAft>
                <a:spcPct val="0"/>
              </a:spcAft>
              <a:defRPr>
                <a:solidFill>
                  <a:schemeClr val="tx1"/>
                </a:solidFill>
                <a:latin typeface="Arial" pitchFamily="34" charset="0"/>
              </a:defRPr>
            </a:lvl8pPr>
            <a:lvl9pPr marL="3873500" indent="-227013" defTabSz="908050" fontAlgn="base">
              <a:spcBef>
                <a:spcPct val="0"/>
              </a:spcBef>
              <a:spcAft>
                <a:spcPct val="0"/>
              </a:spcAft>
              <a:defRPr>
                <a:solidFill>
                  <a:schemeClr val="tx1"/>
                </a:solidFill>
                <a:latin typeface="Arial" pitchFamily="34" charset="0"/>
              </a:defRPr>
            </a:lvl9pPr>
          </a:lstStyle>
          <a:p>
            <a:pPr marL="0" marR="0" lvl="0" indent="0" algn="l" defTabSz="90805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black"/>
                </a:solidFill>
                <a:effectLst/>
                <a:uLnTx/>
                <a:uFillTx/>
                <a:latin typeface="Arial" pitchFamily="34" charset="0"/>
                <a:ea typeface="+mn-ea"/>
                <a:cs typeface="+mn-cs"/>
              </a:rPr>
              <a:t>EAB-11:023977 Uen, Rev A EAB-11:023977 Uen, Rev PA7 </a:t>
            </a:r>
          </a:p>
        </p:txBody>
      </p:sp>
      <p:sp>
        <p:nvSpPr>
          <p:cNvPr id="10" name="Rectangle 7">
            <a:extLst>
              <a:ext uri="{FF2B5EF4-FFF2-40B4-BE49-F238E27FC236}">
                <a16:creationId xmlns:a16="http://schemas.microsoft.com/office/drawing/2014/main" id="{40753EEA-5ECE-4FE4-836C-0E10DFB50628}"/>
              </a:ext>
            </a:extLst>
          </p:cNvPr>
          <p:cNvSpPr txBox="1">
            <a:spLocks noGrp="1" noChangeArrowheads="1"/>
          </p:cNvSpPr>
          <p:nvPr/>
        </p:nvSpPr>
        <p:spPr bwMode="auto">
          <a:xfrm>
            <a:off x="3812678" y="10214442"/>
            <a:ext cx="2920483" cy="53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90862" tIns="45431" rIns="90862" bIns="45431" anchor="b"/>
          <a:lstStyle>
            <a:lvl1pPr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08050" rtl="0" eaLnBrk="1" fontAlgn="auto" latinLnBrk="0" hangingPunct="1">
              <a:lnSpc>
                <a:spcPct val="100000"/>
              </a:lnSpc>
              <a:spcBef>
                <a:spcPts val="0"/>
              </a:spcBef>
              <a:spcAft>
                <a:spcPts val="0"/>
              </a:spcAft>
              <a:buClrTx/>
              <a:buSzTx/>
              <a:buFontTx/>
              <a:buNone/>
              <a:tabLst/>
              <a:defRPr/>
            </a:pPr>
            <a:fld id="{4FEEF4E6-2B19-4448-AFBD-98DE82A3911F}" type="slidenum">
              <a:rPr kumimoji="0" lang="en-US" altLang="sv-SE" sz="1200" b="0" i="0" u="none" strike="noStrike" kern="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rPr>
              <a:pPr marL="0" marR="0" lvl="0" indent="0" algn="r" defTabSz="908050" rtl="0" eaLnBrk="1" fontAlgn="auto" latinLnBrk="0" hangingPunct="1">
                <a:lnSpc>
                  <a:spcPct val="100000"/>
                </a:lnSpc>
                <a:spcBef>
                  <a:spcPts val="0"/>
                </a:spcBef>
                <a:spcAft>
                  <a:spcPts val="0"/>
                </a:spcAft>
                <a:buClrTx/>
                <a:buSzTx/>
                <a:buFontTx/>
                <a:buNone/>
                <a:tabLst/>
                <a:defRPr/>
              </a:pPr>
              <a:t>8</a:t>
            </a:fld>
            <a:endParaRPr kumimoji="0" lang="en-US" altLang="sv-SE"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endParaRPr>
          </a:p>
        </p:txBody>
      </p:sp>
      <p:sp>
        <p:nvSpPr>
          <p:cNvPr id="7197" name="Rectangle 2">
            <a:extLst>
              <a:ext uri="{FF2B5EF4-FFF2-40B4-BE49-F238E27FC236}">
                <a16:creationId xmlns:a16="http://schemas.microsoft.com/office/drawing/2014/main" id="{8F529BD8-FBE0-4781-B139-F316FE7891AD}"/>
              </a:ext>
            </a:extLst>
          </p:cNvPr>
          <p:cNvSpPr txBox="1">
            <a:spLocks noGrp="1" noChangeArrowheads="1"/>
          </p:cNvSpPr>
          <p:nvPr/>
        </p:nvSpPr>
        <p:spPr bwMode="auto">
          <a:xfrm>
            <a:off x="0" y="0"/>
            <a:ext cx="2920483" cy="537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62" tIns="45431" rIns="90862" bIns="45431"/>
          <a:lstStyle>
            <a:lvl1pPr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l" defTabSz="908050" rtl="0" eaLnBrk="1" fontAlgn="auto" latinLnBrk="0" hangingPunct="1">
              <a:lnSpc>
                <a:spcPct val="100000"/>
              </a:lnSpc>
              <a:spcBef>
                <a:spcPts val="0"/>
              </a:spcBef>
              <a:spcAft>
                <a:spcPts val="0"/>
              </a:spcAft>
              <a:buClrTx/>
              <a:buSzTx/>
              <a:buFontTx/>
              <a:buNone/>
              <a:tabLst/>
              <a:defRPr/>
            </a:pPr>
            <a:r>
              <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rPr>
              <a:t>Group ITTE Internal Governance </a:t>
            </a:r>
          </a:p>
        </p:txBody>
      </p:sp>
      <p:sp>
        <p:nvSpPr>
          <p:cNvPr id="7198" name="Rectangle 3">
            <a:extLst>
              <a:ext uri="{FF2B5EF4-FFF2-40B4-BE49-F238E27FC236}">
                <a16:creationId xmlns:a16="http://schemas.microsoft.com/office/drawing/2014/main" id="{CD166B53-EC86-4483-B2B7-E40C6B18D430}"/>
              </a:ext>
            </a:extLst>
          </p:cNvPr>
          <p:cNvSpPr txBox="1">
            <a:spLocks noGrp="1" noChangeArrowheads="1"/>
          </p:cNvSpPr>
          <p:nvPr/>
        </p:nvSpPr>
        <p:spPr bwMode="auto">
          <a:xfrm>
            <a:off x="3812678" y="0"/>
            <a:ext cx="2920483" cy="537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62" tIns="45431" rIns="90862" bIns="45431"/>
          <a:lstStyle>
            <a:lvl1pPr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08050" rtl="0" eaLnBrk="1" fontAlgn="auto" latinLnBrk="0" hangingPunct="1">
              <a:lnSpc>
                <a:spcPct val="100000"/>
              </a:lnSpc>
              <a:spcBef>
                <a:spcPts val="0"/>
              </a:spcBef>
              <a:spcAft>
                <a:spcPts val="0"/>
              </a:spcAft>
              <a:buClrTx/>
              <a:buSzTx/>
              <a:buFontTx/>
              <a:buNone/>
              <a:tabLst/>
              <a:defRPr/>
            </a:pPr>
            <a:r>
              <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rPr>
              <a:t>2011-05-05 </a:t>
            </a:r>
          </a:p>
        </p:txBody>
      </p:sp>
      <p:sp>
        <p:nvSpPr>
          <p:cNvPr id="7199" name="Rectangle 6">
            <a:extLst>
              <a:ext uri="{FF2B5EF4-FFF2-40B4-BE49-F238E27FC236}">
                <a16:creationId xmlns:a16="http://schemas.microsoft.com/office/drawing/2014/main" id="{63A5D188-9791-4E7F-8C2A-145212A24F7C}"/>
              </a:ext>
            </a:extLst>
          </p:cNvPr>
          <p:cNvSpPr txBox="1">
            <a:spLocks noGrp="1" noChangeArrowheads="1"/>
          </p:cNvSpPr>
          <p:nvPr/>
        </p:nvSpPr>
        <p:spPr bwMode="auto">
          <a:xfrm>
            <a:off x="0" y="10214442"/>
            <a:ext cx="2920483" cy="537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62" tIns="45431" rIns="90862" bIns="45431" anchor="b"/>
          <a:lstStyle>
            <a:lvl1pPr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l" defTabSz="908050" rtl="0" eaLnBrk="1" fontAlgn="auto" latinLnBrk="0" hangingPunct="1">
              <a:lnSpc>
                <a:spcPct val="100000"/>
              </a:lnSpc>
              <a:spcBef>
                <a:spcPts val="0"/>
              </a:spcBef>
              <a:spcAft>
                <a:spcPts val="0"/>
              </a:spcAft>
              <a:buClrTx/>
              <a:buSzTx/>
              <a:buFontTx/>
              <a:buNone/>
              <a:tabLst/>
              <a:defRPr/>
            </a:pPr>
            <a:r>
              <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rPr>
              <a:t>EAB-11:023977 Uen, Rev PA7 </a:t>
            </a:r>
          </a:p>
        </p:txBody>
      </p:sp>
      <p:sp>
        <p:nvSpPr>
          <p:cNvPr id="7200" name="Rectangle 7">
            <a:extLst>
              <a:ext uri="{FF2B5EF4-FFF2-40B4-BE49-F238E27FC236}">
                <a16:creationId xmlns:a16="http://schemas.microsoft.com/office/drawing/2014/main" id="{AD1D80B1-F2C6-4A46-B454-83063056961A}"/>
              </a:ext>
            </a:extLst>
          </p:cNvPr>
          <p:cNvSpPr txBox="1">
            <a:spLocks noGrp="1" noChangeArrowheads="1"/>
          </p:cNvSpPr>
          <p:nvPr/>
        </p:nvSpPr>
        <p:spPr bwMode="auto">
          <a:xfrm>
            <a:off x="3812678" y="10214442"/>
            <a:ext cx="2920483" cy="537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62" tIns="45431" rIns="90862" bIns="45431" anchor="b"/>
          <a:lstStyle>
            <a:lvl1pPr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defTabSz="9080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defTabSz="908050"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r" defTabSz="908050" rtl="0" eaLnBrk="1" fontAlgn="auto" latinLnBrk="0" hangingPunct="1">
              <a:lnSpc>
                <a:spcPct val="100000"/>
              </a:lnSpc>
              <a:spcBef>
                <a:spcPts val="0"/>
              </a:spcBef>
              <a:spcAft>
                <a:spcPts val="0"/>
              </a:spcAft>
              <a:buClrTx/>
              <a:buSzTx/>
              <a:buFontTx/>
              <a:buNone/>
              <a:tabLst/>
              <a:defRPr/>
            </a:pPr>
            <a:fld id="{586D6AB9-E2A6-47A7-9D13-086E6AE0CDC4}" type="slidenum">
              <a:rPr kumimoji="0" lang="en-US" altLang="en-US" sz="1200" b="0" i="0" u="none" strike="noStrike" kern="0" cap="none" spc="0" normalizeH="0" baseline="0" noProof="0" smtClean="0">
                <a:ln>
                  <a:noFill/>
                </a:ln>
                <a:solidFill>
                  <a:prstClr val="black"/>
                </a:solidFill>
                <a:effectLst/>
                <a:uLnTx/>
                <a:uFillTx/>
                <a:latin typeface="Arial" panose="020B0604020202020204" pitchFamily="34" charset="0"/>
                <a:ea typeface="MS PGothic" panose="020B0600070205080204" pitchFamily="34" charset="-128"/>
              </a:rPr>
              <a:pPr marL="0" marR="0" lvl="0" indent="0" algn="r" defTabSz="908050" rtl="0" eaLnBrk="1" fontAlgn="auto" latinLnBrk="0" hangingPunct="1">
                <a:lnSpc>
                  <a:spcPct val="100000"/>
                </a:lnSpc>
                <a:spcBef>
                  <a:spcPts val="0"/>
                </a:spcBef>
                <a:spcAft>
                  <a:spcPts val="0"/>
                </a:spcAft>
                <a:buClrTx/>
                <a:buSzTx/>
                <a:buFontTx/>
                <a:buNone/>
                <a:tabLst/>
                <a:defRPr/>
              </a:pPr>
              <a:t>8</a:t>
            </a:fld>
            <a:endParaRPr kumimoji="0" lang="en-US" altLang="en-US" sz="1200" b="0" i="0" u="none" strike="noStrike" kern="0" cap="none" spc="0" normalizeH="0" baseline="0" noProof="0">
              <a:ln>
                <a:noFill/>
              </a:ln>
              <a:solidFill>
                <a:prstClr val="black"/>
              </a:solidFill>
              <a:effectLst/>
              <a:uLnTx/>
              <a:uFillTx/>
              <a:latin typeface="Arial" panose="020B0604020202020204" pitchFamily="34" charset="0"/>
              <a:ea typeface="MS PGothic" panose="020B0600070205080204" pitchFamily="34" charset="-128"/>
            </a:endParaRPr>
          </a:p>
        </p:txBody>
      </p:sp>
      <p:sp>
        <p:nvSpPr>
          <p:cNvPr id="7201" name="Rectangle 2">
            <a:extLst>
              <a:ext uri="{FF2B5EF4-FFF2-40B4-BE49-F238E27FC236}">
                <a16:creationId xmlns:a16="http://schemas.microsoft.com/office/drawing/2014/main" id="{BB80A929-6785-474A-B005-D469B79744C1}"/>
              </a:ext>
            </a:extLst>
          </p:cNvPr>
          <p:cNvSpPr>
            <a:spLocks noGrp="1" noRot="1" noChangeAspect="1" noChangeArrowheads="1" noTextEdit="1"/>
          </p:cNvSpPr>
          <p:nvPr>
            <p:ph type="sldImg"/>
          </p:nvPr>
        </p:nvSpPr>
        <p:spPr>
          <a:xfrm>
            <a:off x="-217488" y="806450"/>
            <a:ext cx="7165976" cy="4032250"/>
          </a:xfrm>
          <a:noFill/>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sp>
      <p:sp>
        <p:nvSpPr>
          <p:cNvPr id="24598" name="Rectangle 3">
            <a:extLst>
              <a:ext uri="{FF2B5EF4-FFF2-40B4-BE49-F238E27FC236}">
                <a16:creationId xmlns:a16="http://schemas.microsoft.com/office/drawing/2014/main" id="{F371323C-2811-4C26-BC5B-886B80407B58}"/>
              </a:ext>
            </a:extLst>
          </p:cNvPr>
          <p:cNvSpPr>
            <a:spLocks noGrp="1" noChangeArrowheads="1"/>
          </p:cNvSpPr>
          <p:nvPr>
            <p:ph type="body" idx="1"/>
          </p:nvPr>
        </p:nvSpPr>
        <p:spPr>
          <a:xfrm>
            <a:off x="675048" y="5108082"/>
            <a:ext cx="5384640" cy="4839236"/>
          </a:xfrm>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90862" tIns="45431" rIns="90862" bIns="45431"/>
          <a:lstStyle/>
          <a:p>
            <a:pPr eaLnBrk="1" hangingPunct="1">
              <a:defRPr/>
            </a:pPr>
            <a:endParaRPr lang="en-US">
              <a:cs typeface="ＭＳ Ｐゴシック" charset="0"/>
            </a:endParaRPr>
          </a:p>
        </p:txBody>
      </p:sp>
    </p:spTree>
    <p:extLst>
      <p:ext uri="{BB962C8B-B14F-4D97-AF65-F5344CB8AC3E}">
        <p14:creationId xmlns:p14="http://schemas.microsoft.com/office/powerpoint/2010/main" val="1754745260"/>
      </p:ext>
    </p:extLst>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3.png" Type="http://schemas.openxmlformats.org/officeDocument/2006/relationships/image"/><Relationship Id="rId3" Target="../media/image4.svg" Type="http://schemas.openxmlformats.org/officeDocument/2006/relationships/image"/></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 Id="rId3" Target="../media/image2.sv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tags/tag1.xml" Type="http://schemas.openxmlformats.org/officeDocument/2006/relationships/tags"/><Relationship Id="rId2" Target="../slideMasters/slideMaster1.xml" Type="http://schemas.openxmlformats.org/officeDocument/2006/relationships/slideMaster"/><Relationship Id="rId3" Target="../embeddings/oleObject1.bin" Type="http://schemas.openxmlformats.org/officeDocument/2006/relationships/oleObject"/><Relationship Id="rId4" Target="../media/image5.emf" Type="http://schemas.openxmlformats.org/officeDocument/2006/relationships/image"/><Relationship Id="rId5" Target="../media/image6.png" Type="http://schemas.openxmlformats.org/officeDocument/2006/relationships/image"/><Relationship Id="rId6" Target="../media/hdphoto1.wdp" Type="http://schemas.microsoft.com/office/2007/relationships/hdphoto"/></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sp>
        <p:nvSpPr>
          <p:cNvPr id="22531" name="Title_TM"/>
          <p:cNvSpPr>
            <a:spLocks noGrp="1" noChangeArrowheads="1"/>
          </p:cNvSpPr>
          <p:nvPr>
            <p:ph type="ctrTitle" hasCustomPrompt="1"/>
          </p:nvPr>
        </p:nvSpPr>
        <p:spPr>
          <a:xfrm>
            <a:off x="479425" y="476250"/>
            <a:ext cx="8353426" cy="3457576"/>
          </a:xfrm>
        </p:spPr>
        <p:txBody>
          <a:bodyPr/>
          <a:lstStyle>
            <a:lvl1pPr>
              <a:lnSpc>
                <a:spcPct val="85000"/>
              </a:lnSpc>
              <a:defRPr sz="8000" b="0" kern="1400" spc="-160" baseline="0">
                <a:solidFill>
                  <a:schemeClr val="tx1"/>
                </a:solidFill>
                <a:latin typeface="+mj-lt"/>
              </a:defRPr>
            </a:lvl1pPr>
          </a:lstStyle>
          <a:p>
            <a:r>
              <a:rPr lang="en-US" dirty="0"/>
              <a:t>Title/cover page,   Ericsson Hilda Light 80pt, max 3-lines</a:t>
            </a:r>
          </a:p>
        </p:txBody>
      </p:sp>
      <p:sp>
        <p:nvSpPr>
          <p:cNvPr id="22530" name="SubTitle_TM"/>
          <p:cNvSpPr>
            <a:spLocks noGrp="1" noChangeArrowheads="1"/>
          </p:cNvSpPr>
          <p:nvPr>
            <p:ph type="subTitle" idx="1" hasCustomPrompt="1"/>
          </p:nvPr>
        </p:nvSpPr>
        <p:spPr>
          <a:xfrm>
            <a:off x="479425" y="4149725"/>
            <a:ext cx="5472114" cy="2087563"/>
          </a:xfrm>
          <a:prstGeom prst="rect">
            <a:avLst/>
          </a:prstGeom>
        </p:spPr>
        <p:txBody>
          <a:bodyPr lIns="72000" anchor="t"/>
          <a:lstStyle>
            <a:lvl1pPr marL="0" indent="0">
              <a:lnSpc>
                <a:spcPct val="100000"/>
              </a:lnSpc>
              <a:spcBef>
                <a:spcPts val="0"/>
              </a:spcBef>
              <a:buFont typeface="Ericsson Hilda Light" charset="0"/>
              <a:buNone/>
              <a:defRPr sz="2000" baseline="0">
                <a:solidFill>
                  <a:schemeClr val="tx1"/>
                </a:solidFill>
                <a:latin typeface="+mn-lt"/>
              </a:defRPr>
            </a:lvl1pPr>
          </a:lstStyle>
          <a:p>
            <a:r>
              <a:rPr lang="en-US" dirty="0"/>
              <a:t>Description/subtitle/speaker…</a:t>
            </a:r>
            <a:br>
              <a:rPr lang="en-US" dirty="0"/>
            </a:br>
            <a:r>
              <a:rPr lang="en-US" dirty="0"/>
              <a:t>Ericsson Hilda Black 20pt</a:t>
            </a:r>
          </a:p>
        </p:txBody>
      </p:sp>
      <p:sp>
        <p:nvSpPr>
          <p:cNvPr id="3" name="Content Placeholder 2"/>
          <p:cNvSpPr>
            <a:spLocks noGrp="1"/>
          </p:cNvSpPr>
          <p:nvPr>
            <p:ph sz="quarter" idx="10" hasCustomPrompt="1"/>
          </p:nvPr>
        </p:nvSpPr>
        <p:spPr>
          <a:xfrm>
            <a:off x="6240463" y="6264000"/>
            <a:ext cx="1910479" cy="262800"/>
          </a:xfrm>
          <a:prstGeom prst="rect">
            <a:avLst/>
          </a:prstGeom>
        </p:spPr>
        <p:txBody>
          <a:bodyPr wrap="none" tIns="0" bIns="0" anchor="ctr" anchorCtr="0"/>
          <a:lstStyle>
            <a:lvl1pPr marL="0" indent="0" algn="r">
              <a:buNone/>
              <a:defRPr sz="1200">
                <a:solidFill>
                  <a:schemeClr val="tx1"/>
                </a:solidFill>
                <a:latin typeface="+mn-lt"/>
              </a:defRPr>
            </a:lvl1pPr>
          </a:lstStyle>
          <a:p>
            <a:r>
              <a:rPr lang="en-US" dirty="0"/>
              <a:t>Speaker name</a:t>
            </a:r>
          </a:p>
        </p:txBody>
      </p:sp>
      <p:sp>
        <p:nvSpPr>
          <p:cNvPr id="12" name="Content Placeholder 11"/>
          <p:cNvSpPr>
            <a:spLocks noGrp="1"/>
          </p:cNvSpPr>
          <p:nvPr>
            <p:ph sz="quarter" idx="11" hasCustomPrompt="1"/>
          </p:nvPr>
        </p:nvSpPr>
        <p:spPr>
          <a:xfrm>
            <a:off x="8229600" y="6264000"/>
            <a:ext cx="2515041" cy="262800"/>
          </a:xfrm>
          <a:prstGeom prst="rect">
            <a:avLst/>
          </a:prstGeom>
          <a:noFill/>
          <a:ln w="9525">
            <a:noFill/>
            <a:miter lim="800000"/>
            <a:headEnd/>
            <a:tailEnd/>
          </a:ln>
        </p:spPr>
        <p:txBody>
          <a:bodyPr tIns="0" rIns="0" bIns="0" anchor="ctr" anchorCtr="0"/>
          <a:lstStyle>
            <a:lvl1pPr marL="0" indent="0" algn="ctr">
              <a:buNone/>
              <a:defRPr lang="en-US" sz="1200" dirty="0">
                <a:solidFill>
                  <a:schemeClr val="tx1"/>
                </a:solidFill>
                <a:latin typeface="+mn-lt"/>
              </a:defRPr>
            </a:lvl1pPr>
          </a:lstStyle>
          <a:p>
            <a:r>
              <a:rPr lang="en-US" dirty="0"/>
              <a:t>Organization</a:t>
            </a:r>
          </a:p>
        </p:txBody>
      </p:sp>
      <p:sp>
        <p:nvSpPr>
          <p:cNvPr id="15" name="Content Placeholder 11"/>
          <p:cNvSpPr>
            <a:spLocks noGrp="1"/>
          </p:cNvSpPr>
          <p:nvPr>
            <p:ph sz="quarter" idx="12" hasCustomPrompt="1"/>
          </p:nvPr>
        </p:nvSpPr>
        <p:spPr>
          <a:xfrm>
            <a:off x="10811951" y="6264000"/>
            <a:ext cx="897503" cy="262800"/>
          </a:xfrm>
          <a:prstGeom prst="rect">
            <a:avLst/>
          </a:prstGeom>
          <a:noFill/>
          <a:ln w="9525">
            <a:noFill/>
            <a:miter lim="800000"/>
            <a:headEnd/>
            <a:tailEnd/>
          </a:ln>
        </p:spPr>
        <p:txBody>
          <a:bodyPr wrap="none" tIns="0" rIns="0" bIns="0" anchor="ctr" anchorCtr="0"/>
          <a:lstStyle>
            <a:lvl1pPr marL="0" indent="0" algn="ctr">
              <a:buNone/>
              <a:defRPr lang="en-US" sz="1200" dirty="0">
                <a:solidFill>
                  <a:schemeClr val="tx1"/>
                </a:solidFill>
                <a:latin typeface="+mn-lt"/>
              </a:defRPr>
            </a:lvl1pPr>
          </a:lstStyle>
          <a:p>
            <a:pPr lvl="0"/>
            <a:r>
              <a:rPr lang="en-US" dirty="0"/>
              <a:t>YYYY-MM-DD</a:t>
            </a:r>
          </a:p>
        </p:txBody>
      </p:sp>
    </p:spTree>
    <p:extLst>
      <p:ext uri="{BB962C8B-B14F-4D97-AF65-F5344CB8AC3E}">
        <p14:creationId xmlns:p14="http://schemas.microsoft.com/office/powerpoint/2010/main" val="1374575616"/>
      </p:ext>
    </p:extLst>
  </p:cSld>
  <p:clrMapOvr>
    <a:masterClrMapping/>
  </p:clrMapOvr>
  <p:hf sldNum="0" hdr="0" ft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415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ck blank">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6869961-F931-4F1E-9FB3-8587EBA3F36F}"/>
              </a:ext>
            </a:extLst>
          </p:cNvPr>
          <p:cNvSpPr/>
          <p:nvPr userDrawn="1"/>
        </p:nvSpPr>
        <p:spPr bwMode="auto">
          <a:xfrm>
            <a:off x="0" y="0"/>
            <a:ext cx="12192000" cy="6858000"/>
          </a:xfrm>
          <a:prstGeom prst="rect">
            <a:avLst/>
          </a:prstGeom>
          <a:solidFill>
            <a:schemeClr val="bg2">
              <a:alpha val="0"/>
            </a:schemeClr>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chemeClr val="bg1"/>
              </a:solidFill>
              <a:latin typeface="+mn-lt"/>
            </a:endParaRPr>
          </a:p>
        </p:txBody>
      </p:sp>
      <p:pic>
        <p:nvPicPr>
          <p:cNvPr id="4" name="Graphic 3">
            <a:extLst>
              <a:ext uri="{FF2B5EF4-FFF2-40B4-BE49-F238E27FC236}">
                <a16:creationId xmlns:a16="http://schemas.microsoft.com/office/drawing/2014/main" id="{5D9DB7BA-3A2F-46BA-A617-2A049434CD6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93088" y="476251"/>
            <a:ext cx="256032" cy="256032"/>
          </a:xfrm>
          <a:prstGeom prst="rect">
            <a:avLst/>
          </a:prstGeom>
        </p:spPr>
      </p:pic>
    </p:spTree>
    <p:extLst>
      <p:ext uri="{BB962C8B-B14F-4D97-AF65-F5344CB8AC3E}">
        <p14:creationId xmlns:p14="http://schemas.microsoft.com/office/powerpoint/2010/main" val="308447476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_SM"/>
          <p:cNvSpPr>
            <a:spLocks noGrp="1" noChangeArrowheads="1"/>
          </p:cNvSpPr>
          <p:nvPr>
            <p:ph type="title" hasCustomPrompt="1"/>
          </p:nvPr>
        </p:nvSpPr>
        <p:spPr bwMode="auto">
          <a:xfrm>
            <a:off x="479424" y="476250"/>
            <a:ext cx="8353425" cy="1081088"/>
          </a:xfrm>
          <a:prstGeom prst="rect">
            <a:avLst/>
          </a:prstGeom>
          <a:noFill/>
          <a:ln w="9525">
            <a:noFill/>
            <a:miter lim="800000"/>
            <a:headEnd/>
            <a:tailEnd/>
          </a:ln>
        </p:spPr>
        <p:txBody>
          <a:bodyPr vert="horz" wrap="square" lIns="72000" tIns="36000" rIns="0" bIns="0"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Tree>
    <p:extLst>
      <p:ext uri="{BB962C8B-B14F-4D97-AF65-F5344CB8AC3E}">
        <p14:creationId xmlns:p14="http://schemas.microsoft.com/office/powerpoint/2010/main" val="3415456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1 column">
    <p:spTree>
      <p:nvGrpSpPr>
        <p:cNvPr id="1" name=""/>
        <p:cNvGrpSpPr/>
        <p:nvPr/>
      </p:nvGrpSpPr>
      <p:grpSpPr>
        <a:xfrm>
          <a:off x="0" y="0"/>
          <a:ext cx="0" cy="0"/>
          <a:chOff x="0" y="0"/>
          <a:chExt cx="0" cy="0"/>
        </a:xfrm>
      </p:grpSpPr>
      <p:sp>
        <p:nvSpPr>
          <p:cNvPr id="5" name="Title_SM"/>
          <p:cNvSpPr>
            <a:spLocks noGrp="1" noChangeArrowheads="1"/>
          </p:cNvSpPr>
          <p:nvPr>
            <p:ph type="title" hasCustomPrompt="1"/>
          </p:nvPr>
        </p:nvSpPr>
        <p:spPr bwMode="auto">
          <a:xfrm>
            <a:off x="479425" y="476250"/>
            <a:ext cx="10521950"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Use this layout for document slides when you need space for a long heading and big content area</a:t>
            </a:r>
          </a:p>
        </p:txBody>
      </p:sp>
      <p:sp>
        <p:nvSpPr>
          <p:cNvPr id="3" name="Content Placeholder 2">
            <a:extLst>
              <a:ext uri="{FF2B5EF4-FFF2-40B4-BE49-F238E27FC236}">
                <a16:creationId xmlns:a16="http://schemas.microsoft.com/office/drawing/2014/main" id="{810CFEFC-6AC8-4817-A0D3-6029D48BD293}"/>
              </a:ext>
            </a:extLst>
          </p:cNvPr>
          <p:cNvSpPr>
            <a:spLocks noGrp="1"/>
          </p:cNvSpPr>
          <p:nvPr>
            <p:ph sz="quarter" idx="10" hasCustomPrompt="1"/>
          </p:nvPr>
        </p:nvSpPr>
        <p:spPr>
          <a:xfrm>
            <a:off x="479425" y="1844675"/>
            <a:ext cx="11233150" cy="439261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43338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1 smaller column">
    <p:spTree>
      <p:nvGrpSpPr>
        <p:cNvPr id="1" name=""/>
        <p:cNvGrpSpPr/>
        <p:nvPr/>
      </p:nvGrpSpPr>
      <p:grpSpPr>
        <a:xfrm>
          <a:off x="0" y="0"/>
          <a:ext cx="0" cy="0"/>
          <a:chOff x="0" y="0"/>
          <a:chExt cx="0" cy="0"/>
        </a:xfrm>
      </p:grpSpPr>
      <p:sp>
        <p:nvSpPr>
          <p:cNvPr id="6" name="Title_SM">
            <a:extLst>
              <a:ext uri="{FF2B5EF4-FFF2-40B4-BE49-F238E27FC236}">
                <a16:creationId xmlns:a16="http://schemas.microsoft.com/office/drawing/2014/main" id="{3F4EF873-DC0F-4698-BEC2-502DB043AA5C}"/>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Use this layout for presentations using short and crisp headings</a:t>
            </a:r>
          </a:p>
        </p:txBody>
      </p:sp>
      <p:sp>
        <p:nvSpPr>
          <p:cNvPr id="4" name="Content Placeholder 2">
            <a:extLst>
              <a:ext uri="{FF2B5EF4-FFF2-40B4-BE49-F238E27FC236}">
                <a16:creationId xmlns:a16="http://schemas.microsoft.com/office/drawing/2014/main" id="{784F54AF-EED6-486A-9ACA-42061F4AAE9A}"/>
              </a:ext>
            </a:extLst>
          </p:cNvPr>
          <p:cNvSpPr>
            <a:spLocks noGrp="1"/>
          </p:cNvSpPr>
          <p:nvPr>
            <p:ph sz="quarter" idx="11" hasCustomPrompt="1"/>
          </p:nvPr>
        </p:nvSpPr>
        <p:spPr>
          <a:xfrm>
            <a:off x="479425" y="1844675"/>
            <a:ext cx="8353426" cy="439261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607999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s">
    <p:spTree>
      <p:nvGrpSpPr>
        <p:cNvPr id="1" name=""/>
        <p:cNvGrpSpPr/>
        <p:nvPr/>
      </p:nvGrpSpPr>
      <p:grpSpPr>
        <a:xfrm>
          <a:off x="0" y="0"/>
          <a:ext cx="0" cy="0"/>
          <a:chOff x="0" y="0"/>
          <a:chExt cx="0" cy="0"/>
        </a:xfrm>
      </p:grpSpPr>
      <p:sp>
        <p:nvSpPr>
          <p:cNvPr id="6" name="Title_SM">
            <a:extLst>
              <a:ext uri="{FF2B5EF4-FFF2-40B4-BE49-F238E27FC236}">
                <a16:creationId xmlns:a16="http://schemas.microsoft.com/office/drawing/2014/main" id="{891BF4C4-9DF9-4D9F-A738-37FBCD45AA68}"/>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3" name="Content Placeholder 1"/>
          <p:cNvSpPr>
            <a:spLocks noGrp="1"/>
          </p:cNvSpPr>
          <p:nvPr>
            <p:ph sz="half" idx="1" hasCustomPrompt="1"/>
          </p:nvPr>
        </p:nvSpPr>
        <p:spPr>
          <a:xfrm>
            <a:off x="479425" y="1844675"/>
            <a:ext cx="5472113" cy="439261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5" name="Content Placeholder 3"/>
          <p:cNvSpPr>
            <a:spLocks noGrp="1"/>
          </p:cNvSpPr>
          <p:nvPr>
            <p:ph sz="quarter" idx="3" hasCustomPrompt="1"/>
          </p:nvPr>
        </p:nvSpPr>
        <p:spPr>
          <a:xfrm>
            <a:off x="6240463" y="1844674"/>
            <a:ext cx="5472112"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675883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3 columns">
    <p:spTree>
      <p:nvGrpSpPr>
        <p:cNvPr id="1" name=""/>
        <p:cNvGrpSpPr/>
        <p:nvPr/>
      </p:nvGrpSpPr>
      <p:grpSpPr>
        <a:xfrm>
          <a:off x="0" y="0"/>
          <a:ext cx="0" cy="0"/>
          <a:chOff x="0" y="0"/>
          <a:chExt cx="0" cy="0"/>
        </a:xfrm>
      </p:grpSpPr>
      <p:sp>
        <p:nvSpPr>
          <p:cNvPr id="10" name="Title_SM">
            <a:extLst>
              <a:ext uri="{FF2B5EF4-FFF2-40B4-BE49-F238E27FC236}">
                <a16:creationId xmlns:a16="http://schemas.microsoft.com/office/drawing/2014/main" id="{6B686A21-AA96-4B0A-B7CE-F4C6D5D31B32}"/>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6" name="Content Placeholder 1"/>
          <p:cNvSpPr>
            <a:spLocks noGrp="1"/>
          </p:cNvSpPr>
          <p:nvPr>
            <p:ph sz="quarter" idx="11" hasCustomPrompt="1"/>
          </p:nvPr>
        </p:nvSpPr>
        <p:spPr>
          <a:xfrm>
            <a:off x="481052" y="1846580"/>
            <a:ext cx="3528000"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8" name="Content Placeholder 2"/>
          <p:cNvSpPr>
            <a:spLocks noGrp="1"/>
          </p:cNvSpPr>
          <p:nvPr>
            <p:ph sz="quarter" idx="12" hasCustomPrompt="1"/>
          </p:nvPr>
        </p:nvSpPr>
        <p:spPr>
          <a:xfrm>
            <a:off x="4332814" y="1844674"/>
            <a:ext cx="3528000"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7" name="Content Placeholder 3">
            <a:extLst>
              <a:ext uri="{FF2B5EF4-FFF2-40B4-BE49-F238E27FC236}">
                <a16:creationId xmlns:a16="http://schemas.microsoft.com/office/drawing/2014/main" id="{8E3794F8-471D-4987-945F-3C29BB03AB49}"/>
              </a:ext>
            </a:extLst>
          </p:cNvPr>
          <p:cNvSpPr>
            <a:spLocks noGrp="1"/>
          </p:cNvSpPr>
          <p:nvPr>
            <p:ph sz="quarter" idx="13" hasCustomPrompt="1"/>
          </p:nvPr>
        </p:nvSpPr>
        <p:spPr>
          <a:xfrm>
            <a:off x="8184575" y="1846580"/>
            <a:ext cx="3528000"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3545725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4 columns">
    <p:spTree>
      <p:nvGrpSpPr>
        <p:cNvPr id="1" name=""/>
        <p:cNvGrpSpPr/>
        <p:nvPr/>
      </p:nvGrpSpPr>
      <p:grpSpPr>
        <a:xfrm>
          <a:off x="0" y="0"/>
          <a:ext cx="0" cy="0"/>
          <a:chOff x="0" y="0"/>
          <a:chExt cx="0" cy="0"/>
        </a:xfrm>
      </p:grpSpPr>
      <p:sp>
        <p:nvSpPr>
          <p:cNvPr id="7" name="Title_SM">
            <a:extLst>
              <a:ext uri="{FF2B5EF4-FFF2-40B4-BE49-F238E27FC236}">
                <a16:creationId xmlns:a16="http://schemas.microsoft.com/office/drawing/2014/main" id="{F4D71A67-F349-4E68-B7B8-D53CE323A764}"/>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4" name="Content Placeholder 1"/>
          <p:cNvSpPr>
            <a:spLocks noGrp="1"/>
          </p:cNvSpPr>
          <p:nvPr>
            <p:ph sz="quarter" idx="10" hasCustomPrompt="1"/>
          </p:nvPr>
        </p:nvSpPr>
        <p:spPr>
          <a:xfrm>
            <a:off x="479425" y="1844674"/>
            <a:ext cx="2592388"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6" name="Content Placeholder 2"/>
          <p:cNvSpPr>
            <a:spLocks noGrp="1"/>
          </p:cNvSpPr>
          <p:nvPr>
            <p:ph sz="quarter" idx="11" hasCustomPrompt="1"/>
          </p:nvPr>
        </p:nvSpPr>
        <p:spPr>
          <a:xfrm>
            <a:off x="3359149" y="1844674"/>
            <a:ext cx="2592389"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8" name="Content Placeholder 3"/>
          <p:cNvSpPr>
            <a:spLocks noGrp="1"/>
          </p:cNvSpPr>
          <p:nvPr>
            <p:ph sz="quarter" idx="12" hasCustomPrompt="1"/>
          </p:nvPr>
        </p:nvSpPr>
        <p:spPr>
          <a:xfrm>
            <a:off x="6240463" y="1844674"/>
            <a:ext cx="2592388" cy="4392614"/>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
        <p:nvSpPr>
          <p:cNvPr id="9" name="Content Placeholder 4"/>
          <p:cNvSpPr>
            <a:spLocks noGrp="1"/>
          </p:cNvSpPr>
          <p:nvPr>
            <p:ph sz="quarter" idx="13" hasCustomPrompt="1"/>
          </p:nvPr>
        </p:nvSpPr>
        <p:spPr>
          <a:xfrm>
            <a:off x="9120188" y="1844674"/>
            <a:ext cx="2592387" cy="4392613"/>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lvl4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p:txBody>
      </p:sp>
    </p:spTree>
    <p:extLst>
      <p:ext uri="{BB962C8B-B14F-4D97-AF65-F5344CB8AC3E}">
        <p14:creationId xmlns:p14="http://schemas.microsoft.com/office/powerpoint/2010/main" val="2275899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9" name="Title_SM">
            <a:extLst>
              <a:ext uri="{FF2B5EF4-FFF2-40B4-BE49-F238E27FC236}">
                <a16:creationId xmlns:a16="http://schemas.microsoft.com/office/drawing/2014/main" id="{2C948968-FB06-45CC-8259-6BDE4430EACB}"/>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3" name="Content Placeholder 1"/>
          <p:cNvSpPr>
            <a:spLocks noGrp="1"/>
          </p:cNvSpPr>
          <p:nvPr>
            <p:ph sz="quarter" idx="1" hasCustomPrompt="1"/>
          </p:nvPr>
        </p:nvSpPr>
        <p:spPr>
          <a:xfrm>
            <a:off x="481655" y="1844674"/>
            <a:ext cx="5472113" cy="2089151"/>
          </a:xfrm>
          <a:prstGeom prst="rect">
            <a:avLst/>
          </a:prstGeom>
        </p:spPr>
        <p:txBody>
          <a:bodyPr lIns="72000" tIns="360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4" name="Content Placeholder 2"/>
          <p:cNvSpPr>
            <a:spLocks noGrp="1"/>
          </p:cNvSpPr>
          <p:nvPr>
            <p:ph sz="quarter" idx="2" hasCustomPrompt="1"/>
          </p:nvPr>
        </p:nvSpPr>
        <p:spPr>
          <a:xfrm>
            <a:off x="6242694" y="1847723"/>
            <a:ext cx="5472113" cy="2089151"/>
          </a:xfrm>
          <a:prstGeom prst="rect">
            <a:avLst/>
          </a:prstGeom>
        </p:spPr>
        <p:txBody>
          <a:bodyPr lIns="72000" tIns="360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6" name="Content Placeholder 3"/>
          <p:cNvSpPr>
            <a:spLocks noGrp="1"/>
          </p:cNvSpPr>
          <p:nvPr>
            <p:ph sz="quarter" idx="4" hasCustomPrompt="1"/>
          </p:nvPr>
        </p:nvSpPr>
        <p:spPr>
          <a:xfrm>
            <a:off x="6242694" y="4151955"/>
            <a:ext cx="5472113" cy="2087564"/>
          </a:xfrm>
          <a:prstGeom prst="rect">
            <a:avLst/>
          </a:prstGeom>
        </p:spPr>
        <p:txBody>
          <a:bodyPr lIns="72000" tIns="360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
        <p:nvSpPr>
          <p:cNvPr id="7" name="Content Placeholder 4">
            <a:extLst>
              <a:ext uri="{FF2B5EF4-FFF2-40B4-BE49-F238E27FC236}">
                <a16:creationId xmlns:a16="http://schemas.microsoft.com/office/drawing/2014/main" id="{5BD2C41D-0700-4885-AB77-25AFFE4E1FDA}"/>
              </a:ext>
            </a:extLst>
          </p:cNvPr>
          <p:cNvSpPr>
            <a:spLocks noGrp="1"/>
          </p:cNvSpPr>
          <p:nvPr>
            <p:ph sz="quarter" idx="10" hasCustomPrompt="1"/>
          </p:nvPr>
        </p:nvSpPr>
        <p:spPr>
          <a:xfrm>
            <a:off x="481655" y="4152597"/>
            <a:ext cx="5472113" cy="2089151"/>
          </a:xfrm>
          <a:prstGeom prst="rect">
            <a:avLst/>
          </a:prstGeom>
        </p:spPr>
        <p:txBody>
          <a:bodyPr lIns="72000" tIns="3600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lvl5pPr>
          </a:lstStyle>
          <a:p>
            <a:pPr lvl="0"/>
            <a:r>
              <a:rPr lang="en-US" dirty="0"/>
              <a:t>For heading, use Ericsson Hilda in bold. For copy and bullets, use Ericsson Hilda.</a:t>
            </a:r>
          </a:p>
          <a:p>
            <a:pPr lvl="0"/>
            <a:r>
              <a:rPr lang="en-US" dirty="0"/>
              <a:t>First level</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54861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8 Content">
    <p:spTree>
      <p:nvGrpSpPr>
        <p:cNvPr id="1" name=""/>
        <p:cNvGrpSpPr/>
        <p:nvPr/>
      </p:nvGrpSpPr>
      <p:grpSpPr>
        <a:xfrm>
          <a:off x="0" y="0"/>
          <a:ext cx="0" cy="0"/>
          <a:chOff x="0" y="0"/>
          <a:chExt cx="0" cy="0"/>
        </a:xfrm>
      </p:grpSpPr>
      <p:sp>
        <p:nvSpPr>
          <p:cNvPr id="13" name="Title_SM">
            <a:extLst>
              <a:ext uri="{FF2B5EF4-FFF2-40B4-BE49-F238E27FC236}">
                <a16:creationId xmlns:a16="http://schemas.microsoft.com/office/drawing/2014/main" id="{99858DC4-E787-41D2-A613-961D60F89117}"/>
              </a:ext>
            </a:extLst>
          </p:cNvPr>
          <p:cNvSpPr>
            <a:spLocks noGrp="1" noChangeArrowheads="1"/>
          </p:cNvSpPr>
          <p:nvPr>
            <p:ph type="title" hasCustomPrompt="1"/>
          </p:nvPr>
        </p:nvSpPr>
        <p:spPr bwMode="auto">
          <a:xfrm>
            <a:off x="479425" y="476250"/>
            <a:ext cx="8353426"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lvl1pPr>
              <a:defRPr>
                <a:solidFill>
                  <a:schemeClr val="tx1"/>
                </a:solidFill>
              </a:defRPr>
            </a:lvl1pPr>
          </a:lstStyle>
          <a:p>
            <a:pPr lvl="0"/>
            <a:r>
              <a:rPr lang="en-US" dirty="0"/>
              <a:t>Slide title, Ericsson Hilda Light 40pt, Ericsson Black, max 2-lines</a:t>
            </a:r>
          </a:p>
        </p:txBody>
      </p:sp>
      <p:sp>
        <p:nvSpPr>
          <p:cNvPr id="3" name="Content Placeholder 1"/>
          <p:cNvSpPr>
            <a:spLocks noGrp="1"/>
          </p:cNvSpPr>
          <p:nvPr>
            <p:ph sz="quarter" idx="1" hasCustomPrompt="1"/>
          </p:nvPr>
        </p:nvSpPr>
        <p:spPr>
          <a:xfrm>
            <a:off x="481560" y="1844675"/>
            <a:ext cx="2592389" cy="2089150"/>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4" name="Content Placeholder 2"/>
          <p:cNvSpPr>
            <a:spLocks noGrp="1"/>
          </p:cNvSpPr>
          <p:nvPr>
            <p:ph sz="quarter" idx="2" hasCustomPrompt="1"/>
          </p:nvPr>
        </p:nvSpPr>
        <p:spPr>
          <a:xfrm>
            <a:off x="6243216" y="1844674"/>
            <a:ext cx="2592387" cy="2089150"/>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solidFill>
                  <a:schemeClr val="tx1"/>
                </a:solidFill>
              </a:defRPr>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a:p>
            <a:pPr lvl="3"/>
            <a:endParaRPr lang="en-US" dirty="0"/>
          </a:p>
        </p:txBody>
      </p:sp>
      <p:sp>
        <p:nvSpPr>
          <p:cNvPr id="5" name="Content Placeholder 3"/>
          <p:cNvSpPr>
            <a:spLocks noGrp="1"/>
          </p:cNvSpPr>
          <p:nvPr>
            <p:ph sz="quarter" idx="3" hasCustomPrompt="1"/>
          </p:nvPr>
        </p:nvSpPr>
        <p:spPr>
          <a:xfrm>
            <a:off x="481561" y="4151134"/>
            <a:ext cx="2592389" cy="2087563"/>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6" name="Content Placeholder 4"/>
          <p:cNvSpPr>
            <a:spLocks noGrp="1"/>
          </p:cNvSpPr>
          <p:nvPr>
            <p:ph sz="quarter" idx="4" hasCustomPrompt="1"/>
          </p:nvPr>
        </p:nvSpPr>
        <p:spPr>
          <a:xfrm>
            <a:off x="6243152" y="4151245"/>
            <a:ext cx="2592387" cy="2086292"/>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marL="1028700" indent="0">
              <a:buNone/>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9" name="Content Placeholder 5"/>
          <p:cNvSpPr>
            <a:spLocks noGrp="1"/>
          </p:cNvSpPr>
          <p:nvPr>
            <p:ph sz="quarter" idx="11" hasCustomPrompt="1"/>
          </p:nvPr>
        </p:nvSpPr>
        <p:spPr>
          <a:xfrm>
            <a:off x="3359835" y="1844674"/>
            <a:ext cx="2592388" cy="2089150"/>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8" name="Content Placeholder 6"/>
          <p:cNvSpPr>
            <a:spLocks noGrp="1"/>
          </p:cNvSpPr>
          <p:nvPr>
            <p:ph sz="quarter" idx="10" hasCustomPrompt="1"/>
          </p:nvPr>
        </p:nvSpPr>
        <p:spPr>
          <a:xfrm>
            <a:off x="3361288" y="4151861"/>
            <a:ext cx="2592387" cy="2087563"/>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
        <p:nvSpPr>
          <p:cNvPr id="11" name="Content Placeholder 7"/>
          <p:cNvSpPr>
            <a:spLocks noGrp="1"/>
          </p:cNvSpPr>
          <p:nvPr>
            <p:ph sz="quarter" idx="13" hasCustomPrompt="1"/>
          </p:nvPr>
        </p:nvSpPr>
        <p:spPr>
          <a:xfrm>
            <a:off x="9122324" y="1844674"/>
            <a:ext cx="2592387" cy="2089151"/>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solidFill>
                  <a:schemeClr val="tx1"/>
                </a:solidFill>
              </a:defRPr>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a:p>
            <a:pPr lvl="3"/>
            <a:endParaRPr lang="en-US" dirty="0"/>
          </a:p>
        </p:txBody>
      </p:sp>
      <p:sp>
        <p:nvSpPr>
          <p:cNvPr id="10" name="Content Placeholder 8"/>
          <p:cNvSpPr>
            <a:spLocks noGrp="1"/>
          </p:cNvSpPr>
          <p:nvPr>
            <p:ph sz="quarter" idx="12" hasCustomPrompt="1"/>
          </p:nvPr>
        </p:nvSpPr>
        <p:spPr>
          <a:xfrm>
            <a:off x="9122324" y="4151861"/>
            <a:ext cx="2592387" cy="2087562"/>
          </a:xfrm>
          <a:prstGeom prst="rect">
            <a:avLst/>
          </a:prstGeom>
        </p:spPr>
        <p:txBody>
          <a:bodyPr lIns="72000" tIns="36000"/>
          <a:lstStyle>
            <a:lvl1pPr>
              <a:defRPr sz="2000">
                <a:solidFill>
                  <a:schemeClr val="tx1"/>
                </a:solidFill>
              </a:defRPr>
            </a:lvl1pPr>
            <a:lvl2pPr>
              <a:defRPr sz="2000">
                <a:solidFill>
                  <a:schemeClr val="tx1"/>
                </a:solidFill>
              </a:defRPr>
            </a:lvl2pPr>
            <a:lvl3pPr>
              <a:defRPr sz="2000"/>
            </a:lvl3pPr>
            <a:lvl4pPr>
              <a:defRPr sz="2000"/>
            </a:lvl4pPr>
            <a:lvl5pPr>
              <a:defRPr sz="2000"/>
            </a:lvl5pPr>
          </a:lstStyle>
          <a:p>
            <a:pPr lvl="0"/>
            <a:r>
              <a:rPr lang="en-US" dirty="0"/>
              <a:t>For heading, use Ericsson Hilda in bold. For copy and bullets, use E. Hilda.</a:t>
            </a:r>
          </a:p>
          <a:p>
            <a:pPr lvl="0"/>
            <a:r>
              <a:rPr lang="en-US" dirty="0"/>
              <a:t>First level</a:t>
            </a:r>
          </a:p>
          <a:p>
            <a:pPr lvl="1"/>
            <a:r>
              <a:rPr lang="en-US" dirty="0"/>
              <a:t>Second level</a:t>
            </a:r>
          </a:p>
        </p:txBody>
      </p:sp>
    </p:spTree>
    <p:extLst>
      <p:ext uri="{BB962C8B-B14F-4D97-AF65-F5344CB8AC3E}">
        <p14:creationId xmlns:p14="http://schemas.microsoft.com/office/powerpoint/2010/main" val="1436988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ck logo end slide">
    <p:spTree>
      <p:nvGrpSpPr>
        <p:cNvPr id="1" name=""/>
        <p:cNvGrpSpPr/>
        <p:nvPr/>
      </p:nvGrpSpPr>
      <p:grpSpPr>
        <a:xfrm>
          <a:off x="0" y="0"/>
          <a:ext cx="0" cy="0"/>
          <a:chOff x="0" y="0"/>
          <a:chExt cx="0" cy="0"/>
        </a:xfrm>
      </p:grpSpPr>
      <p:sp>
        <p:nvSpPr>
          <p:cNvPr id="9" name="SubTitle_TM">
            <a:extLst>
              <a:ext uri="{FF2B5EF4-FFF2-40B4-BE49-F238E27FC236}">
                <a16:creationId xmlns:a16="http://schemas.microsoft.com/office/drawing/2014/main" id="{B200748E-0B61-48E1-8B47-504C30250995}"/>
              </a:ext>
            </a:extLst>
          </p:cNvPr>
          <p:cNvSpPr>
            <a:spLocks noGrp="1" noChangeArrowheads="1"/>
          </p:cNvSpPr>
          <p:nvPr>
            <p:ph type="subTitle" idx="1" hasCustomPrompt="1"/>
          </p:nvPr>
        </p:nvSpPr>
        <p:spPr>
          <a:xfrm>
            <a:off x="3071813" y="4309200"/>
            <a:ext cx="6048375" cy="347472"/>
          </a:xfrm>
          <a:prstGeom prst="rect">
            <a:avLst/>
          </a:prstGeom>
        </p:spPr>
        <p:txBody>
          <a:bodyPr rIns="72000" anchor="ctr"/>
          <a:lstStyle>
            <a:lvl1pPr marL="0" indent="0" algn="ctr">
              <a:lnSpc>
                <a:spcPct val="100000"/>
              </a:lnSpc>
              <a:spcBef>
                <a:spcPts val="0"/>
              </a:spcBef>
              <a:buFont typeface="Ericsson Hilda Light" charset="0"/>
              <a:buNone/>
              <a:defRPr sz="2000" baseline="0">
                <a:solidFill>
                  <a:schemeClr val="tx1"/>
                </a:solidFill>
                <a:latin typeface="+mn-lt"/>
              </a:defRPr>
            </a:lvl1pPr>
          </a:lstStyle>
          <a:p>
            <a:r>
              <a:rPr lang="en-US" dirty="0"/>
              <a:t>Use this space for relevant Ericsson URLs or hashtags</a:t>
            </a:r>
          </a:p>
        </p:txBody>
      </p:sp>
      <p:pic>
        <p:nvPicPr>
          <p:cNvPr id="6" name="Graphic 5">
            <a:extLst>
              <a:ext uri="{FF2B5EF4-FFF2-40B4-BE49-F238E27FC236}">
                <a16:creationId xmlns:a16="http://schemas.microsoft.com/office/drawing/2014/main" id="{8979B00C-7C1F-4F17-8D52-31D787A1234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6895" y="2854112"/>
            <a:ext cx="1163145" cy="1163145"/>
          </a:xfrm>
          <a:prstGeom prst="rect">
            <a:avLst/>
          </a:prstGeom>
        </p:spPr>
      </p:pic>
    </p:spTree>
    <p:extLst>
      <p:ext uri="{BB962C8B-B14F-4D97-AF65-F5344CB8AC3E}">
        <p14:creationId xmlns:p14="http://schemas.microsoft.com/office/powerpoint/2010/main" val="576168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Embedded character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AF35DD-3E5E-42CB-AFA5-5E09E14F72A4}"/>
              </a:ext>
            </a:extLst>
          </p:cNvPr>
          <p:cNvSpPr txBox="1"/>
          <p:nvPr userDrawn="1"/>
        </p:nvSpPr>
        <p:spPr bwMode="auto">
          <a:xfrm>
            <a:off x="479425" y="142897"/>
            <a:ext cx="11233149" cy="6561215"/>
          </a:xfrm>
          <a:prstGeom prst="rect">
            <a:avLst/>
          </a:prstGeom>
          <a:noFill/>
          <a:ln w="9525">
            <a:noFill/>
            <a:miter lim="800000"/>
            <a:headEnd/>
            <a:tailEnd/>
          </a:ln>
        </p:spPr>
        <p:txBody>
          <a:bodyPr vert="horz" wrap="square" lIns="72000" tIns="36000" rIns="0" bIns="0" numCol="1" rtlCol="0" anchor="t" anchorCtr="0" compatLnSpc="1">
            <a:prstTxWarp prst="textNoShape">
              <a:avLst/>
            </a:prstTxWarp>
            <a:spAutoFit/>
          </a:bodyPr>
          <a:lstStyle/>
          <a:p>
            <a:pPr marL="0" indent="0">
              <a:buClr>
                <a:schemeClr val="tx1"/>
              </a:buClr>
              <a:buFont typeface="Ericsson Hilda Light" panose="00000400000000000000" pitchFamily="2" charset="0"/>
              <a:buNone/>
            </a:pPr>
            <a:r>
              <a:rPr lang="en-US" sz="1400" b="1" dirty="0">
                <a:solidFill>
                  <a:schemeClr val="tx1"/>
                </a:solidFill>
                <a:latin typeface="+mn-lt"/>
              </a:rPr>
              <a:t>This Master Slide is to ensure that all our characters are embedded with the presentation. Should not be used in a presentation.</a:t>
            </a:r>
            <a:endParaRPr lang="en-US" dirty="0"/>
          </a:p>
          <a:p>
            <a:pPr marL="0" indent="0">
              <a:buClr>
                <a:schemeClr val="tx1"/>
              </a:buClr>
              <a:buFont typeface="Ericsson Hilda Light" panose="00000400000000000000" pitchFamily="2" charset="0"/>
              <a:buNone/>
            </a:pPr>
            <a:endParaRPr lang="en-US" sz="1400" b="1" dirty="0">
              <a:solidFill>
                <a:schemeClr val="tx1"/>
              </a:solidFill>
              <a:latin typeface="+mn-lt"/>
            </a:endParaRPr>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u="sng" dirty="0" err="1">
                <a:solidFill>
                  <a:schemeClr val="tx1"/>
                </a:solidFill>
                <a:latin typeface="Ericsson Hilda ExtraLight" panose="00000300000000000000" pitchFamily="2" charset="0"/>
              </a:rPr>
              <a:t>EricssonHilda</a:t>
            </a:r>
            <a:r>
              <a:rPr lang="en-US" sz="1200" u="sng" dirty="0">
                <a:solidFill>
                  <a:schemeClr val="tx1"/>
                </a:solidFill>
                <a:latin typeface="Ericsson Hilda ExtraLight" panose="00000300000000000000" pitchFamily="2" charset="0"/>
              </a:rPr>
              <a:t>(</a:t>
            </a:r>
            <a:r>
              <a:rPr lang="en-US" sz="1200" u="sng" dirty="0" err="1">
                <a:solidFill>
                  <a:schemeClr val="tx1"/>
                </a:solidFill>
                <a:latin typeface="Ericsson Hilda ExtraLight" panose="00000300000000000000" pitchFamily="2" charset="0"/>
              </a:rPr>
              <a:t>ExtraLight</a:t>
            </a:r>
            <a:r>
              <a:rPr lang="en-US" sz="1200" u="sng" dirty="0">
                <a:solidFill>
                  <a:schemeClr val="tx1"/>
                </a:solidFill>
                <a:latin typeface="Ericsson Hilda ExtraLight" panose="00000300000000000000" pitchFamily="2" charset="0"/>
              </a:rPr>
              <a:t>):</a:t>
            </a:r>
            <a:r>
              <a:rPr lang="en-US" sz="1200" dirty="0">
                <a:solidFill>
                  <a:schemeClr val="tx1"/>
                </a:solidFill>
                <a:latin typeface="Ericsson Hilda ExtraLight" panose="00000300000000000000" pitchFamily="2" charset="0"/>
              </a:rPr>
              <a:t>!"#$%&amp;'()*+,./0123456789:;&lt;=&gt;?@ABCDEFGHIJKLMNOPQRSTUVWXYZ[\]^_`</a:t>
            </a:r>
            <a:r>
              <a:rPr lang="en-US" sz="1200" dirty="0" err="1">
                <a:solidFill>
                  <a:schemeClr val="tx1"/>
                </a:solidFill>
                <a:latin typeface="Ericsson Hilda ExtraLight" panose="00000300000000000000" pitchFamily="2" charset="0"/>
              </a:rPr>
              <a:t>abcdefghijklmnopqrstuvwxyz</a:t>
            </a:r>
            <a:r>
              <a:rPr lang="en-US" sz="1200" dirty="0">
                <a:solidFill>
                  <a:schemeClr val="tx1"/>
                </a:solidFill>
                <a:latin typeface="Ericsson Hilda ExtraLight" panose="00000300000000000000" pitchFamily="2" charset="0"/>
              </a:rPr>
              <a:t>{|}~¡¢£¤¥¦§¨©ª«¬®¯°±²³´¶·¸¹º»¼½ÀÁÂÃÄÅÆÇÈËÌÍÎÏÐÑÒÓÔÕÖ×ØÙÚÛÜÝÞßàáâãäåæçèéêëìíîïðñòóôõö÷øùúûüýþÿĀāĂăąĆćĊċ</a:t>
            </a:r>
            <a:r>
              <a:rPr lang="en-US" sz="1200" kern="1200" dirty="0">
                <a:solidFill>
                  <a:schemeClr val="tx1"/>
                </a:solidFill>
                <a:latin typeface="Ericsson Hilda ExtraLight" panose="00000300000000000000" pitchFamily="2" charset="0"/>
                <a:ea typeface="+mn-ea"/>
                <a:cs typeface="+mn-cs"/>
              </a:rPr>
              <a:t>Čč</a:t>
            </a:r>
            <a:r>
              <a:rPr lang="en-US" sz="1200" dirty="0">
                <a:solidFill>
                  <a:schemeClr val="tx1"/>
                </a:solidFill>
                <a:latin typeface="Ericsson Hilda ExtraLight" panose="00000300000000000000" pitchFamily="2" charset="0"/>
              </a:rPr>
              <a:t>ĎďĐđĒĖėĘęĚěĞğĠġĢģĪīĮįİıĶķĹĺĻļĽľŁłŃńŅņŇňŌŐőŒœŔŕŖŗŘřŚśŞşŠšŢţŤťŪūŮůŰűŲųŴŵŶŷŸŹźŻżŽžƒȘșˆˇ˘˙˚˛˜˝</a:t>
            </a:r>
            <a:r>
              <a:rPr lang="en-US" sz="1200" dirty="0" err="1">
                <a:solidFill>
                  <a:schemeClr val="tx1"/>
                </a:solidFill>
                <a:latin typeface="Ericsson Hilda ExtraLight" panose="00000300000000000000" pitchFamily="2" charset="0"/>
              </a:rPr>
              <a:t>ẀẁẃẄẅỲỳ</a:t>
            </a:r>
            <a:r>
              <a:rPr lang="en-US" sz="1200" dirty="0">
                <a:solidFill>
                  <a:schemeClr val="tx1"/>
                </a:solidFill>
                <a:latin typeface="Ericsson Hilda ExtraLight" panose="00000300000000000000" pitchFamily="2" charset="0"/>
              </a:rPr>
              <a:t>‘’‚“”„†‡•…‰‹›⁄€™ĀĀĂĂĄĄĆĆĊĊČČĎĎĐĐĒĒĖĖĘĘĚĚĞĞĠĠĢĢĪĪĮĮİĶĶĹĹĻĻĽĽŃŃŅŅŇŇŌŌŐŐŔŔŖŖŘŘŚŚŞŞŢŢŤŤŪŪŮŮŰŰŲŲŴŴŶŶŹŹŻŻȘș−≤≥</a:t>
            </a:r>
            <a:r>
              <a:rPr lang="en-US" sz="1200" dirty="0" err="1">
                <a:solidFill>
                  <a:schemeClr val="tx1"/>
                </a:solidFill>
                <a:latin typeface="Ericsson Hilda ExtraLight" panose="00000300000000000000" pitchFamily="2" charset="0"/>
              </a:rPr>
              <a:t>ﬁﬂΆΈΉΊΌΎΏΐΑΒΓΕΖΗΘΙΚΛΜΝΞΟΠΡΣΤΥΦΧΨΪΫΆΈΉΊΰ</a:t>
            </a:r>
            <a:r>
              <a:rPr lang="en-US" sz="1200" dirty="0">
                <a:solidFill>
                  <a:schemeClr val="tx1"/>
                </a:solidFill>
                <a:latin typeface="Ericsson Hilda ExtraLight" panose="00000300000000000000" pitchFamily="2" charset="0"/>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endParaRPr lang="en-US" dirty="0"/>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u="sng" dirty="0" err="1">
                <a:solidFill>
                  <a:schemeClr val="tx1"/>
                </a:solidFill>
                <a:latin typeface="+mj-lt"/>
              </a:rPr>
              <a:t>EricssonHilda</a:t>
            </a:r>
            <a:r>
              <a:rPr lang="en-US" sz="1200" u="sng" dirty="0">
                <a:solidFill>
                  <a:schemeClr val="tx1"/>
                </a:solidFill>
                <a:latin typeface="+mj-lt"/>
              </a:rPr>
              <a:t>(Light):</a:t>
            </a:r>
            <a:r>
              <a:rPr lang="en-US" sz="1200" dirty="0">
                <a:solidFill>
                  <a:schemeClr val="tx1"/>
                </a:solidFill>
                <a:latin typeface="+mj-lt"/>
              </a:rPr>
              <a:t>!"#$%&amp;'()*+,./0123456789:;&lt;=&gt;?@ABCDEFGHIJKLMNOPQRSTUVWXYZ[\]^_`</a:t>
            </a:r>
            <a:r>
              <a:rPr lang="en-US" sz="1200" dirty="0" err="1">
                <a:solidFill>
                  <a:schemeClr val="tx1"/>
                </a:solidFill>
                <a:latin typeface="+mj-lt"/>
              </a:rPr>
              <a:t>abcdefghijklmnopqrstuvwxyz</a:t>
            </a:r>
            <a:r>
              <a:rPr lang="en-US" sz="1200" dirty="0">
                <a:solidFill>
                  <a:schemeClr val="tx1"/>
                </a:solidFill>
                <a:latin typeface="+mj-lt"/>
              </a:rPr>
              <a:t>{|}~¡¢£¤¥¦§¨©ª«¬®¯°±²³´¶·¸¹º»¼½ÀÁÂÃÄÅÆÇÈËÌÍÎÏÐÑÒÓÔÕÖ×ØÙÚÛÜÝÞßàáâãäåæçèéêëìíîïðñòóôõö÷øùúûüýþÿĀāĂăąĆćĊċ</a:t>
            </a:r>
            <a:r>
              <a:rPr lang="en-US" sz="1200" kern="1200" dirty="0">
                <a:solidFill>
                  <a:schemeClr val="tx1"/>
                </a:solidFill>
                <a:latin typeface="+mn-lt"/>
                <a:ea typeface="+mn-ea"/>
                <a:cs typeface="+mn-cs"/>
              </a:rPr>
              <a:t>Čč</a:t>
            </a:r>
            <a:r>
              <a:rPr lang="en-US" sz="1200" dirty="0">
                <a:solidFill>
                  <a:schemeClr val="tx1"/>
                </a:solidFill>
                <a:latin typeface="+mj-lt"/>
              </a:rPr>
              <a:t>ĎďĐđĒĖėĘęĚěĞğĠġĢģĪīĮįİıĶķĹĺĻļĽľŁłŃńŅņŇňŌŐőŒœŔŕŖŗŘřŚśŞşŠšŢţŤťŪūŮůŰűŲųŴŵŶŷŸŹźŻżŽžƒȘșˆˇ˘˙˚˛˜˝</a:t>
            </a:r>
            <a:r>
              <a:rPr lang="en-US" sz="1200" dirty="0" err="1">
                <a:solidFill>
                  <a:schemeClr val="tx1"/>
                </a:solidFill>
                <a:latin typeface="+mj-lt"/>
              </a:rPr>
              <a:t>ẀẁẃẄẅỲỳ</a:t>
            </a:r>
            <a:r>
              <a:rPr lang="en-US" sz="1200" dirty="0">
                <a:solidFill>
                  <a:schemeClr val="tx1"/>
                </a:solidFill>
                <a:latin typeface="+mj-lt"/>
              </a:rPr>
              <a:t>‘’‚“”„†‡•…‰‹›⁄€™ĀĀĂĂĄĄĆĆĊĊČČĎĎĐĐĒĒĖĖĘĘĚĚĞĞĠĠĢĢĪĪĮĮİĶĶĹĹĻĻĽĽŃŃŅŅŇŇŌŌŐŐŔŔŖŖŘŘŚŚŞŞŢŢŤŤŪŪŮŮŰŰŲŲŴŴŶŶŹŹŻŻȘș−≤≥</a:t>
            </a:r>
            <a:r>
              <a:rPr lang="en-US" sz="1200" dirty="0" err="1">
                <a:solidFill>
                  <a:schemeClr val="tx1"/>
                </a:solidFill>
                <a:latin typeface="+mj-lt"/>
              </a:rPr>
              <a:t>ﬁﬂΆΈΉΊΌΎΏΐΑΒΓΕΖΗΘΙΚΛΜΝΞΟΠΡΣΤΥΦΧΨΪΫΆΈΉΊΰ</a:t>
            </a:r>
            <a:r>
              <a:rPr lang="en-US" sz="1200" dirty="0">
                <a:solidFill>
                  <a:schemeClr val="tx1"/>
                </a:solidFill>
                <a:latin typeface="+mj-lt"/>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r>
              <a:rPr lang="en-US" sz="1200" dirty="0">
                <a:solidFill>
                  <a:schemeClr val="tx1"/>
                </a:solidFill>
                <a:latin typeface="Ericsson Hilda Light" panose="00000400000000000000" pitchFamily="2" charset="0"/>
              </a:rPr>
              <a:t>●</a:t>
            </a:r>
            <a:endParaRPr lang="en-US" sz="1200" dirty="0">
              <a:solidFill>
                <a:schemeClr val="tx1"/>
              </a:solidFill>
            </a:endParaRPr>
          </a:p>
          <a:p>
            <a:pPr marL="0" indent="0">
              <a:buClr>
                <a:schemeClr val="tx1"/>
              </a:buClr>
              <a:buFont typeface="Ericsson Hilda Light" panose="00000400000000000000" pitchFamily="2" charset="0"/>
              <a:buNone/>
            </a:pPr>
            <a:r>
              <a:rPr lang="en-US" sz="1200" u="sng" dirty="0" err="1">
                <a:solidFill>
                  <a:schemeClr val="tx1"/>
                </a:solidFill>
                <a:latin typeface="+mn-lt"/>
              </a:rPr>
              <a:t>EricssonHilda</a:t>
            </a:r>
            <a:r>
              <a:rPr lang="en-US" sz="1200" u="sng" dirty="0">
                <a:solidFill>
                  <a:schemeClr val="tx1"/>
                </a:solidFill>
                <a:latin typeface="+mn-lt"/>
              </a:rPr>
              <a:t>(Regular):</a:t>
            </a:r>
            <a:r>
              <a:rPr lang="en-US" sz="1200" dirty="0">
                <a:solidFill>
                  <a:schemeClr val="tx1"/>
                </a:solidFill>
                <a:latin typeface="+mn-lt"/>
              </a:rPr>
              <a:t>!"#$%&amp;'()*+,./0123456789:;&lt;=&gt;?@ABCDEFGHIJKLMNOPQRSTUVWXYZ[\]^_`</a:t>
            </a:r>
            <a:r>
              <a:rPr lang="en-US" sz="1200" dirty="0" err="1">
                <a:solidFill>
                  <a:schemeClr val="tx1"/>
                </a:solidFill>
                <a:latin typeface="+mn-lt"/>
              </a:rPr>
              <a:t>abcdefghijklmnopqrstuvwxyz</a:t>
            </a:r>
            <a:r>
              <a:rPr lang="en-US" sz="1200" dirty="0">
                <a:solidFill>
                  <a:schemeClr val="tx1"/>
                </a:solidFill>
                <a:latin typeface="+mn-lt"/>
              </a:rPr>
              <a:t>{|}~¡¢£¤¥¦§¨©ª«¬®¯°±²³´¶·¸¹º»¼½ÀÁÂÃÄÅÆÇÈËÌÍÎÏÐÑÒÓÔÕÖ×ØÙÚÛÜÝÞßàáâãäåæçèéêëìíîïðñòóôõö÷øùúûüýþÿĀāĂăąĆćĊċČčĎďĐđĒĖėĘęĚěĞğĠġĢģĪīĮįİıĶķĹĺĻļĽľŁłŃńŅņŇňŌŐőŒœŔŕŖŗŘřŚśŞşŠšŢţŤťŪūŮůŰűŲųŴŵŶŷŸŹźŻżŽžƒȘșˆˇ˘˙˚˛˜˝</a:t>
            </a:r>
            <a:r>
              <a:rPr lang="en-US" sz="1200" dirty="0" err="1">
                <a:solidFill>
                  <a:schemeClr val="tx1"/>
                </a:solidFill>
                <a:latin typeface="+mn-lt"/>
              </a:rPr>
              <a:t>ẀẁẃẄẅỲỳ</a:t>
            </a:r>
            <a:r>
              <a:rPr lang="en-US" sz="1200" dirty="0">
                <a:solidFill>
                  <a:schemeClr val="tx1"/>
                </a:solidFill>
                <a:latin typeface="+mn-lt"/>
              </a:rPr>
              <a:t>‘’‚“”„†‡•…‰‹›⁄€™ĀĀĂĂĄĄĆĆĊĊČČĎĎĐĐĒĒĖĖĘĘĚĚĞĞĠĠĢĢĪĪĮĮİĶĶĹĹĻĻĽĽŃŃŅŅŇŇŌŌŐŐŔŔŖŖŘŘŚŚŞŞŢŢŤŤŪŪŮŮŰŰŲŲŴŴŶŶŹŹŻŻȘș−≤≥</a:t>
            </a:r>
            <a:r>
              <a:rPr lang="en-US" sz="1200" dirty="0" err="1">
                <a:solidFill>
                  <a:schemeClr val="tx1"/>
                </a:solidFill>
                <a:latin typeface="+mn-lt"/>
              </a:rPr>
              <a:t>ﬁﬂΆΈΉΊΌΎΏΐΑΒΓΕΖΗΘΙΚΛΜΝΞΟΠΡΣΤΥΦΧΨΪΫΆΈΉΊΰ</a:t>
            </a:r>
            <a:r>
              <a:rPr lang="en-US" sz="1200" dirty="0">
                <a:solidFill>
                  <a:schemeClr val="tx1"/>
                </a:solidFill>
                <a:latin typeface="+mn-lt"/>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endParaRPr lang="en-US" dirty="0"/>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b="1" u="sng" dirty="0" err="1">
                <a:solidFill>
                  <a:schemeClr val="tx1"/>
                </a:solidFill>
                <a:latin typeface="+mj-lt"/>
              </a:rPr>
              <a:t>EricssonHildaLight+Bold</a:t>
            </a:r>
            <a:r>
              <a:rPr lang="en-US" sz="1200" b="1" u="sng" dirty="0">
                <a:solidFill>
                  <a:schemeClr val="tx1"/>
                </a:solidFill>
                <a:latin typeface="+mj-lt"/>
              </a:rPr>
              <a:t>(Medium):</a:t>
            </a:r>
            <a:r>
              <a:rPr lang="en-US" sz="1200" b="1" dirty="0">
                <a:solidFill>
                  <a:schemeClr val="tx1"/>
                </a:solidFill>
                <a:latin typeface="+mj-lt"/>
              </a:rPr>
              <a:t>!"#$%&amp;'()*+,./0123456789:;&lt;=&gt;?@ABCDEFGHIJKLMNOPQRSTUVWXYZ[\]^_`</a:t>
            </a:r>
            <a:r>
              <a:rPr lang="en-US" sz="1200" b="1" dirty="0" err="1">
                <a:solidFill>
                  <a:schemeClr val="tx1"/>
                </a:solidFill>
                <a:latin typeface="+mj-lt"/>
              </a:rPr>
              <a:t>abcdefghijklmnopqrstuvwxyz</a:t>
            </a:r>
            <a:r>
              <a:rPr lang="en-US" sz="1200" b="1" dirty="0">
                <a:solidFill>
                  <a:schemeClr val="tx1"/>
                </a:solidFill>
                <a:latin typeface="+mj-lt"/>
              </a:rPr>
              <a:t>{|}~¡¢£¤¥¦§¨©ª«¬®¯°±²³´¶·¸¹º»¼½ÀÁÂÃÄÅÆÇÈËÌÍÎÏÐÑÒÓÔÕÖ×ØÙÚÛÜÝÞßàáâãäåæçèéêëìíîïðñòóôõö÷øùúûüýþÿĀāĂăąĆćĊċ</a:t>
            </a:r>
            <a:r>
              <a:rPr lang="en-US" sz="1200" b="1" kern="1200" dirty="0">
                <a:solidFill>
                  <a:schemeClr val="tx1"/>
                </a:solidFill>
                <a:latin typeface="+mn-lt"/>
                <a:ea typeface="+mn-ea"/>
                <a:cs typeface="+mn-cs"/>
              </a:rPr>
              <a:t>Čč</a:t>
            </a:r>
            <a:r>
              <a:rPr lang="en-US" sz="1200" b="1" dirty="0">
                <a:solidFill>
                  <a:schemeClr val="tx1"/>
                </a:solidFill>
                <a:latin typeface="+mj-lt"/>
              </a:rPr>
              <a:t>ĎďĐđĒĖėĘęĚěĞğĠġĢģĪīĮįİıĶķĹĺĻļĽľŁłŃńŅņŇňŌŐőŒœŔŕŖŗŘřŚśŞşŠšŢţŤťŪūŮůŰűŲųŴŵŶŷŸŹźŻżŽžƒȘșˆˇ˘˙˚˛˜˝</a:t>
            </a:r>
            <a:r>
              <a:rPr lang="en-US" sz="1200" b="1" dirty="0" err="1">
                <a:solidFill>
                  <a:schemeClr val="tx1"/>
                </a:solidFill>
                <a:latin typeface="+mj-lt"/>
              </a:rPr>
              <a:t>ẀẁẃẄẅỲỳ</a:t>
            </a:r>
            <a:r>
              <a:rPr lang="en-US" sz="1200" b="1" dirty="0">
                <a:solidFill>
                  <a:schemeClr val="tx1"/>
                </a:solidFill>
                <a:latin typeface="+mj-lt"/>
              </a:rPr>
              <a:t>‘’‚“”„†‡•…‰‹›⁄€™ĀĀĂĂĄĄĆĆĊĊČČĎĎĐĐĒĒĖĖĘĘĚĚĞĞĠĠĢĢĪĪĮĮİĶĶĹĹĻĻĽĽŃŃŅŅŇŇŌŌŐŐŔŔŖŖŘŘŚŚŞŞŢŢŤŤŪŪŮŮŰŰŲŲŴŴŶŶŹŹŻŻȘș−≤≥</a:t>
            </a:r>
            <a:r>
              <a:rPr lang="en-US" sz="1200" b="1" dirty="0" err="1">
                <a:solidFill>
                  <a:schemeClr val="tx1"/>
                </a:solidFill>
                <a:latin typeface="+mj-lt"/>
              </a:rPr>
              <a:t>ﬁﬂΆΈΉΊΌΎΏΐΑΒΓΕΖΗΘΙΚΛΜΝΞΟΠΡΣΤΥΦΧΨΪΫΆΈΉΊΰ</a:t>
            </a:r>
            <a:r>
              <a:rPr lang="en-US" sz="1200" b="1" dirty="0">
                <a:solidFill>
                  <a:schemeClr val="tx1"/>
                </a:solidFill>
                <a:latin typeface="+mj-lt"/>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r>
              <a:rPr lang="en-US" sz="1200" b="1" dirty="0">
                <a:solidFill>
                  <a:schemeClr val="tx1"/>
                </a:solidFill>
                <a:latin typeface="Ericsson Hilda Light" panose="00000400000000000000" pitchFamily="2" charset="0"/>
              </a:rPr>
              <a:t>●</a:t>
            </a:r>
            <a:endParaRPr lang="en-US" sz="1200" b="1" dirty="0">
              <a:solidFill>
                <a:schemeClr val="tx1"/>
              </a:solidFill>
              <a:latin typeface="+mj-lt"/>
            </a:endParaRPr>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b="1" u="sng" dirty="0" err="1">
                <a:solidFill>
                  <a:schemeClr val="tx1"/>
                </a:solidFill>
                <a:latin typeface="+mn-lt"/>
              </a:rPr>
              <a:t>EricssonHilda+Bold</a:t>
            </a:r>
            <a:r>
              <a:rPr lang="en-US" sz="1200" b="1" u="sng" dirty="0">
                <a:solidFill>
                  <a:schemeClr val="tx1"/>
                </a:solidFill>
                <a:latin typeface="+mn-lt"/>
              </a:rPr>
              <a:t>(Bold):</a:t>
            </a:r>
            <a:r>
              <a:rPr lang="en-US" sz="1200" b="1" dirty="0">
                <a:solidFill>
                  <a:schemeClr val="tx1"/>
                </a:solidFill>
                <a:latin typeface="+mn-lt"/>
              </a:rPr>
              <a:t>!"#$%&amp;'()*+,./0123456789:;&lt;=&gt;?@ABCDEFGHIJKLMNOPQRSTUVWXYZ[\]^_`</a:t>
            </a:r>
            <a:r>
              <a:rPr lang="en-US" sz="1200" b="1" dirty="0" err="1">
                <a:solidFill>
                  <a:schemeClr val="tx1"/>
                </a:solidFill>
                <a:latin typeface="+mn-lt"/>
              </a:rPr>
              <a:t>abcdefghijklmnopqrstuvwxyz</a:t>
            </a:r>
            <a:r>
              <a:rPr lang="en-US" sz="1200" b="1" dirty="0">
                <a:solidFill>
                  <a:schemeClr val="tx1"/>
                </a:solidFill>
                <a:latin typeface="+mn-lt"/>
              </a:rPr>
              <a:t>{|}~¡¢£¤¥¦§¨©ª«¬®¯°±²³´¶·¸¹º»¼½ÀÁÂÃÄÅÆÇÈËÌÍÎÏÐÑÒÓÔÕÖ×ØÙÚÛÜÝÞßàáâãäåæçèéêëìíîïðñòóôõö÷øùúûüýþÿĀāĂăąĆćĊċČčĎďĐđĒĖėĘęĚěĞğĠġĢģĪīĮįİıĶķĹĺĻļĽľŁłŃńŅņŇňŌŐőŒœŔŕŖŗŘřŚśŞşŠšŢţŤťŪūŮůŰűŲųŴŵŶŷŸŹźŻżŽžƒȘșˆˇ˘˙˚˛˜˝</a:t>
            </a:r>
            <a:r>
              <a:rPr lang="en-US" sz="1200" b="1" dirty="0" err="1">
                <a:solidFill>
                  <a:schemeClr val="tx1"/>
                </a:solidFill>
                <a:latin typeface="+mn-lt"/>
              </a:rPr>
              <a:t>ẀẁẃẄẅỲỳ</a:t>
            </a:r>
            <a:r>
              <a:rPr lang="en-US" sz="1200" b="1" dirty="0">
                <a:solidFill>
                  <a:schemeClr val="tx1"/>
                </a:solidFill>
                <a:latin typeface="+mn-lt"/>
              </a:rPr>
              <a:t>‘’‚“”„†‡•…‰‹›⁄€™ĀĀĂĂĄĄĆĆĊĊČČĎĎĐĐĒĒĖĖĘĘĚĚĞĞĠĠĢĢĪĪĮĮİĶĶĹĹĻĻĽĽŃŃŅŅŇŇŌŌŐŐŔŔŖŖŘŘŚŚŞŞŢŢŤŤŪŪŮŮŰŰŲŲŴŴŶŶŹŹŻŻȘș−≤≥</a:t>
            </a:r>
            <a:r>
              <a:rPr lang="en-US" sz="1200" b="1" dirty="0" err="1">
                <a:solidFill>
                  <a:schemeClr val="tx1"/>
                </a:solidFill>
                <a:latin typeface="+mn-lt"/>
              </a:rPr>
              <a:t>ﬁﬂΆΈΉΊΌΎΏΐΑΒΓΕΖΗΘΙΚΛΜΝΞΟΠΡΣΤΥΦΧΨΪΫΆΈΉΊΰ</a:t>
            </a:r>
            <a:r>
              <a:rPr lang="en-US" sz="1200" b="1" dirty="0">
                <a:solidFill>
                  <a:schemeClr val="tx1"/>
                </a:solidFill>
                <a:latin typeface="+mn-lt"/>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 ●</a:t>
            </a:r>
            <a:endParaRPr lang="en-US" dirty="0"/>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b="0" u="sng" dirty="0" err="1">
                <a:solidFill>
                  <a:schemeClr val="tx1"/>
                </a:solidFill>
                <a:latin typeface="Ericsson Hilda ExtraBold" panose="00000900000000000000" pitchFamily="2" charset="0"/>
              </a:rPr>
              <a:t>EricssonHilda</a:t>
            </a:r>
            <a:r>
              <a:rPr lang="en-US" sz="1200" b="0" u="sng" dirty="0">
                <a:solidFill>
                  <a:schemeClr val="tx1"/>
                </a:solidFill>
                <a:latin typeface="Ericsson Hilda ExtraBold" panose="00000900000000000000" pitchFamily="2" charset="0"/>
              </a:rPr>
              <a:t>(</a:t>
            </a:r>
            <a:r>
              <a:rPr lang="en-US" sz="1200" b="0" u="sng" dirty="0" err="1">
                <a:solidFill>
                  <a:schemeClr val="tx1"/>
                </a:solidFill>
                <a:latin typeface="Ericsson Hilda ExtraBold" panose="00000900000000000000" pitchFamily="2" charset="0"/>
              </a:rPr>
              <a:t>ExtraBold</a:t>
            </a:r>
            <a:r>
              <a:rPr lang="en-US" sz="1200" b="0" u="sng" dirty="0">
                <a:solidFill>
                  <a:schemeClr val="tx1"/>
                </a:solidFill>
                <a:latin typeface="Ericsson Hilda ExtraBold" panose="00000900000000000000" pitchFamily="2" charset="0"/>
              </a:rPr>
              <a:t>):</a:t>
            </a:r>
            <a:r>
              <a:rPr lang="en-US" sz="1200" b="0" dirty="0">
                <a:solidFill>
                  <a:schemeClr val="tx1"/>
                </a:solidFill>
                <a:latin typeface="Ericsson Hilda ExtraBold" panose="00000900000000000000" pitchFamily="2" charset="0"/>
              </a:rPr>
              <a:t>!"#$%&amp;'()*+,./0123456789:;&lt;=&gt;?@ABCDEFGHIJKLMNOPQRSTUVWXYZ[\]^_`</a:t>
            </a:r>
            <a:r>
              <a:rPr lang="en-US" sz="1200" b="0" dirty="0" err="1">
                <a:solidFill>
                  <a:schemeClr val="tx1"/>
                </a:solidFill>
                <a:latin typeface="Ericsson Hilda ExtraBold" panose="00000900000000000000" pitchFamily="2" charset="0"/>
              </a:rPr>
              <a:t>abcdefghijklmnopqrstuvwxyz</a:t>
            </a:r>
            <a:r>
              <a:rPr lang="en-US" sz="1200" b="0" dirty="0">
                <a:solidFill>
                  <a:schemeClr val="tx1"/>
                </a:solidFill>
                <a:latin typeface="Ericsson Hilda ExtraBold" panose="00000900000000000000" pitchFamily="2" charset="0"/>
              </a:rPr>
              <a:t>{|}~¡¢£¤¥¦§¨©ª«¬®¯°±²³´¶·¸¹º»¼½ÀÁÂÃÄÅÆÇÈËÌÍÎÏÐÑÒÓÔÕÖ×ØÙÚÛÜÝÞßàáâãäåæçèéêëìíîïðñòóôõö÷øùúûüýþÿĀāĂăąĆćĊċ</a:t>
            </a:r>
            <a:r>
              <a:rPr lang="en-US" sz="1200" b="0" kern="1200" dirty="0">
                <a:solidFill>
                  <a:schemeClr val="tx1"/>
                </a:solidFill>
                <a:latin typeface="Ericsson Hilda ExtraBold" panose="00000900000000000000" pitchFamily="2" charset="0"/>
                <a:ea typeface="+mn-ea"/>
                <a:cs typeface="+mn-cs"/>
              </a:rPr>
              <a:t>Čč</a:t>
            </a:r>
            <a:r>
              <a:rPr lang="en-US" sz="1200" b="0" dirty="0">
                <a:solidFill>
                  <a:schemeClr val="tx1"/>
                </a:solidFill>
                <a:latin typeface="Ericsson Hilda ExtraBold" panose="00000900000000000000" pitchFamily="2" charset="0"/>
              </a:rPr>
              <a:t>ĎďĐđĒĖėĘęĚěĞğĠġĢģĪīĮįİıĶķĹĺĻļĽľŁłŃńŅņŇňŌŐőŒœŔŕŖŗŘřŚśŞşŠšŢţŤťŪūŮůŰűŲųŴŵŶŷŸŹźŻżŽžƒȘșˆˇ˘˙˚˛˜˝</a:t>
            </a:r>
            <a:r>
              <a:rPr lang="en-US" sz="1200" b="0" dirty="0" err="1">
                <a:solidFill>
                  <a:schemeClr val="tx1"/>
                </a:solidFill>
                <a:latin typeface="Ericsson Hilda ExtraBold" panose="00000900000000000000" pitchFamily="2" charset="0"/>
              </a:rPr>
              <a:t>ẀẁẃẄẅỲỳ</a:t>
            </a:r>
            <a:r>
              <a:rPr lang="en-US" sz="1200" b="0" dirty="0">
                <a:solidFill>
                  <a:schemeClr val="tx1"/>
                </a:solidFill>
                <a:latin typeface="Ericsson Hilda ExtraBold" panose="00000900000000000000" pitchFamily="2" charset="0"/>
              </a:rPr>
              <a:t>‘’‚“”„†‡•…‰‹›⁄€™ĀĀĂĂĄĄĆĆĊĊČČĎĎĐĐĒĒĖĖĘĘĚĚĞĞĠĠĢĢĪĪĮĮİĶĶĹĹĻĻĽĽŃŃŅŅŇŇŌŌŐŐŔŔŖŖŘŘŚŚŞŞŢŢŤŤŪŪŮŮŰŰŲŲŴŴŶŶŹŹŻŻȘș−≤≥</a:t>
            </a:r>
            <a:r>
              <a:rPr lang="en-US" sz="1200" b="0" dirty="0" err="1">
                <a:solidFill>
                  <a:schemeClr val="tx1"/>
                </a:solidFill>
                <a:latin typeface="Ericsson Hilda ExtraBold" panose="00000900000000000000" pitchFamily="2" charset="0"/>
              </a:rPr>
              <a:t>ﬁﬂΆΈΉΊΌΎΏΐΑΒΓΕΖΗΘΙΚΛΜΝΞΟΠΡΣΤΥΦΧΨΪΫΆΈΉΊΰ</a:t>
            </a:r>
            <a:r>
              <a:rPr lang="en-US" sz="1200" b="0" dirty="0">
                <a:solidFill>
                  <a:schemeClr val="tx1"/>
                </a:solidFill>
                <a:latin typeface="Ericsson Hilda ExtraBold" panose="00000900000000000000" pitchFamily="2" charset="0"/>
              </a:rPr>
              <a:t>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a:t>
            </a:r>
            <a:endParaRPr lang="en-US" dirty="0"/>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endParaRPr lang="en-US" sz="1200" b="1" dirty="0">
              <a:solidFill>
                <a:schemeClr val="tx1"/>
              </a:solidFill>
              <a:latin typeface="Ericsson Technical Icons" panose="00000500000000000000" pitchFamily="2" charset="0"/>
            </a:endParaRPr>
          </a:p>
          <a:p>
            <a:pPr marL="0" marR="0" lvl="0" indent="0" algn="l" defTabSz="914400" rtl="0" eaLnBrk="1" fontAlgn="auto" latinLnBrk="0" hangingPunct="1">
              <a:lnSpc>
                <a:spcPct val="100000"/>
              </a:lnSpc>
              <a:spcBef>
                <a:spcPts val="0"/>
              </a:spcBef>
              <a:spcAft>
                <a:spcPts val="0"/>
              </a:spcAft>
              <a:buClr>
                <a:schemeClr val="tx1"/>
              </a:buClr>
              <a:buSzTx/>
              <a:buFont typeface="Ericsson Hilda Light" panose="00000400000000000000" pitchFamily="2" charset="0"/>
              <a:buNone/>
              <a:tabLst/>
              <a:defRPr/>
            </a:pPr>
            <a:r>
              <a:rPr lang="en-US" sz="1200" b="1" dirty="0">
                <a:solidFill>
                  <a:schemeClr val="tx1"/>
                </a:solidFill>
                <a:latin typeface="Ericsson Technical Icons" panose="00000500000000000000" pitchFamily="2" charset="0"/>
              </a:rPr>
              <a:t>B C D F G H I L M O P R S W X b c d f g h I l m o p r s w x</a:t>
            </a:r>
            <a:endParaRPr lang="en-US" sz="1200" b="1" dirty="0">
              <a:solidFill>
                <a:schemeClr val="tx1"/>
              </a:solidFill>
              <a:latin typeface="+mj-lt"/>
            </a:endParaRPr>
          </a:p>
        </p:txBody>
      </p:sp>
    </p:spTree>
    <p:extLst>
      <p:ext uri="{BB962C8B-B14F-4D97-AF65-F5344CB8AC3E}">
        <p14:creationId xmlns:p14="http://schemas.microsoft.com/office/powerpoint/2010/main" val="1410470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F9F042C-1AEA-4464-B3AC-068D614C4364}"/>
              </a:ext>
            </a:extLst>
          </p:cNvPr>
          <p:cNvGraphicFramePr>
            <a:graphicFrameLocks noChangeAspect="1"/>
          </p:cNvGraphicFramePr>
          <p:nvPr userDrawn="1">
            <p:custDataLst>
              <p:tags r:id="rId1"/>
            </p:custDataLst>
            <p:extLst>
              <p:ext uri="{D42A27DB-BD31-4B8C-83A1-F6EECF244321}">
                <p14:modId xmlns:p14="http://schemas.microsoft.com/office/powerpoint/2010/main" val="35268640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a:extLst>
                          <a:ext uri="{FF2B5EF4-FFF2-40B4-BE49-F238E27FC236}">
                            <a16:creationId xmlns:a16="http://schemas.microsoft.com/office/drawing/2014/main" id="{EF9F042C-1AEA-4464-B3AC-068D614C43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C99071CE-F2DE-431D-A304-302D376E0947}"/>
              </a:ext>
            </a:extLst>
          </p:cNvPr>
          <p:cNvPicPr>
            <a:picLocks noChangeAspect="1"/>
          </p:cNvPicPr>
          <p:nvPr userDrawn="1"/>
        </p:nvPicPr>
        <p:blipFill>
          <a:blip r:embed="rId5" cstate="screen">
            <a:duotone>
              <a:prstClr val="black"/>
              <a:srgbClr val="D9C3A5">
                <a:tint val="50000"/>
                <a:satMod val="180000"/>
              </a:srgbClr>
            </a:duotone>
            <a:extLst>
              <a:ext uri="{BEBA8EAE-BF5A-486C-A8C5-ECC9F3942E4B}">
                <a14:imgProps xmlns:a14="http://schemas.microsoft.com/office/drawing/2010/main">
                  <a14:imgLayer r:embed="rId6">
                    <a14:imgEffect>
                      <a14:colorTemperature colorTemp="8800"/>
                    </a14:imgEffect>
                  </a14:imgLayer>
                </a14:imgProps>
              </a:ext>
              <a:ext uri="{28A0092B-C50C-407E-A947-70E740481C1C}">
                <a14:useLocalDpi xmlns:a14="http://schemas.microsoft.com/office/drawing/2010/main"/>
              </a:ext>
            </a:extLst>
          </a:blip>
          <a:stretch>
            <a:fillRect/>
          </a:stretch>
        </p:blipFill>
        <p:spPr>
          <a:xfrm>
            <a:off x="5663309" y="2866608"/>
            <a:ext cx="865383" cy="1145569"/>
          </a:xfrm>
          <a:prstGeom prst="rect">
            <a:avLst/>
          </a:prstGeom>
          <a:ln>
            <a:noFill/>
          </a:ln>
        </p:spPr>
      </p:pic>
    </p:spTree>
    <p:extLst>
      <p:ext uri="{BB962C8B-B14F-4D97-AF65-F5344CB8AC3E}">
        <p14:creationId xmlns:p14="http://schemas.microsoft.com/office/powerpoint/2010/main" val="1478714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sp>
        <p:nvSpPr>
          <p:cNvPr id="22531" name="Title_TM"/>
          <p:cNvSpPr>
            <a:spLocks noGrp="1" noChangeArrowheads="1"/>
          </p:cNvSpPr>
          <p:nvPr>
            <p:ph type="ctrTitle" hasCustomPrompt="1"/>
          </p:nvPr>
        </p:nvSpPr>
        <p:spPr>
          <a:xfrm>
            <a:off x="479425" y="476250"/>
            <a:ext cx="8353426" cy="3457576"/>
          </a:xfrm>
        </p:spPr>
        <p:txBody>
          <a:bodyPr/>
          <a:lstStyle>
            <a:lvl1pPr>
              <a:lnSpc>
                <a:spcPct val="85000"/>
              </a:lnSpc>
              <a:defRPr sz="8000" b="0" kern="1400" spc="-160" baseline="0">
                <a:solidFill>
                  <a:schemeClr val="tx1"/>
                </a:solidFill>
                <a:latin typeface="+mj-lt"/>
              </a:defRPr>
            </a:lvl1pPr>
          </a:lstStyle>
          <a:p>
            <a:r>
              <a:rPr lang="en-US" dirty="0"/>
              <a:t>Title/cover page,   Ericsson Hilda Light 80pt, max 3-lines</a:t>
            </a:r>
          </a:p>
        </p:txBody>
      </p:sp>
      <p:sp>
        <p:nvSpPr>
          <p:cNvPr id="22530" name="SubTitle_TM"/>
          <p:cNvSpPr>
            <a:spLocks noGrp="1" noChangeArrowheads="1"/>
          </p:cNvSpPr>
          <p:nvPr>
            <p:ph type="subTitle" idx="1" hasCustomPrompt="1"/>
          </p:nvPr>
        </p:nvSpPr>
        <p:spPr>
          <a:xfrm>
            <a:off x="479425" y="4149725"/>
            <a:ext cx="5472114" cy="2087563"/>
          </a:xfrm>
          <a:prstGeom prst="rect">
            <a:avLst/>
          </a:prstGeom>
        </p:spPr>
        <p:txBody>
          <a:bodyPr lIns="72000" anchor="t"/>
          <a:lstStyle>
            <a:lvl1pPr marL="0" indent="0">
              <a:lnSpc>
                <a:spcPct val="100000"/>
              </a:lnSpc>
              <a:spcBef>
                <a:spcPts val="0"/>
              </a:spcBef>
              <a:buFont typeface="Ericsson Hilda Light" charset="0"/>
              <a:buNone/>
              <a:defRPr sz="2000" baseline="0">
                <a:solidFill>
                  <a:schemeClr val="tx1"/>
                </a:solidFill>
                <a:latin typeface="+mn-lt"/>
              </a:defRPr>
            </a:lvl1pPr>
          </a:lstStyle>
          <a:p>
            <a:r>
              <a:rPr lang="en-US" dirty="0"/>
              <a:t>Description/subtitle/speaker…</a:t>
            </a:r>
            <a:br>
              <a:rPr lang="en-US" dirty="0"/>
            </a:br>
            <a:r>
              <a:rPr lang="en-US" dirty="0"/>
              <a:t>Ericsson Hilda Black 20pt</a:t>
            </a:r>
          </a:p>
        </p:txBody>
      </p:sp>
      <p:sp>
        <p:nvSpPr>
          <p:cNvPr id="3" name="Content Placeholder 2"/>
          <p:cNvSpPr>
            <a:spLocks noGrp="1"/>
          </p:cNvSpPr>
          <p:nvPr>
            <p:ph sz="quarter" idx="10" hasCustomPrompt="1"/>
          </p:nvPr>
        </p:nvSpPr>
        <p:spPr>
          <a:xfrm>
            <a:off x="6240463" y="6264000"/>
            <a:ext cx="1910479" cy="262800"/>
          </a:xfrm>
          <a:prstGeom prst="rect">
            <a:avLst/>
          </a:prstGeom>
        </p:spPr>
        <p:txBody>
          <a:bodyPr wrap="none" tIns="0" bIns="0" anchor="ctr" anchorCtr="0"/>
          <a:lstStyle>
            <a:lvl1pPr marL="0" indent="0" algn="r">
              <a:buNone/>
              <a:defRPr sz="1200">
                <a:solidFill>
                  <a:schemeClr val="tx1"/>
                </a:solidFill>
                <a:latin typeface="+mn-lt"/>
              </a:defRPr>
            </a:lvl1pPr>
          </a:lstStyle>
          <a:p>
            <a:r>
              <a:rPr lang="en-US" dirty="0"/>
              <a:t>Speaker name</a:t>
            </a:r>
          </a:p>
        </p:txBody>
      </p:sp>
      <p:sp>
        <p:nvSpPr>
          <p:cNvPr id="12" name="Content Placeholder 11"/>
          <p:cNvSpPr>
            <a:spLocks noGrp="1"/>
          </p:cNvSpPr>
          <p:nvPr>
            <p:ph sz="quarter" idx="11" hasCustomPrompt="1"/>
          </p:nvPr>
        </p:nvSpPr>
        <p:spPr>
          <a:xfrm>
            <a:off x="8229600" y="6264000"/>
            <a:ext cx="2515041" cy="262800"/>
          </a:xfrm>
          <a:prstGeom prst="rect">
            <a:avLst/>
          </a:prstGeom>
          <a:noFill/>
          <a:ln w="9525">
            <a:noFill/>
            <a:miter lim="800000"/>
            <a:headEnd/>
            <a:tailEnd/>
          </a:ln>
        </p:spPr>
        <p:txBody>
          <a:bodyPr tIns="0" rIns="0" bIns="0" anchor="ctr" anchorCtr="0"/>
          <a:lstStyle>
            <a:lvl1pPr marL="0" indent="0" algn="ctr">
              <a:buNone/>
              <a:defRPr lang="en-US" sz="1200" dirty="0">
                <a:solidFill>
                  <a:schemeClr val="tx1"/>
                </a:solidFill>
                <a:latin typeface="+mn-lt"/>
              </a:defRPr>
            </a:lvl1pPr>
          </a:lstStyle>
          <a:p>
            <a:r>
              <a:rPr lang="en-US" dirty="0"/>
              <a:t>Organization</a:t>
            </a:r>
          </a:p>
        </p:txBody>
      </p:sp>
      <p:sp>
        <p:nvSpPr>
          <p:cNvPr id="15" name="Content Placeholder 11"/>
          <p:cNvSpPr>
            <a:spLocks noGrp="1"/>
          </p:cNvSpPr>
          <p:nvPr>
            <p:ph sz="quarter" idx="12" hasCustomPrompt="1"/>
          </p:nvPr>
        </p:nvSpPr>
        <p:spPr>
          <a:xfrm>
            <a:off x="10811951" y="6264000"/>
            <a:ext cx="897503" cy="262800"/>
          </a:xfrm>
          <a:prstGeom prst="rect">
            <a:avLst/>
          </a:prstGeom>
          <a:noFill/>
          <a:ln w="9525">
            <a:noFill/>
            <a:miter lim="800000"/>
            <a:headEnd/>
            <a:tailEnd/>
          </a:ln>
        </p:spPr>
        <p:txBody>
          <a:bodyPr wrap="none" tIns="0" rIns="0" bIns="0" anchor="ctr" anchorCtr="0"/>
          <a:lstStyle>
            <a:lvl1pPr marL="0" indent="0" algn="ctr">
              <a:buNone/>
              <a:defRPr lang="en-US" sz="1200" dirty="0">
                <a:solidFill>
                  <a:schemeClr val="tx1"/>
                </a:solidFill>
                <a:latin typeface="+mn-lt"/>
              </a:defRPr>
            </a:lvl1pPr>
          </a:lstStyle>
          <a:p>
            <a:pPr lvl="0"/>
            <a:r>
              <a:rPr lang="en-US" dirty="0"/>
              <a:t>YYYY-MM-DD</a:t>
            </a:r>
          </a:p>
        </p:txBody>
      </p:sp>
    </p:spTree>
    <p:extLst>
      <p:ext uri="{BB962C8B-B14F-4D97-AF65-F5344CB8AC3E}">
        <p14:creationId xmlns:p14="http://schemas.microsoft.com/office/powerpoint/2010/main" val="1374575616"/>
      </p:ext>
    </p:extLst>
  </p:cSld>
  <p:clrMapOvr>
    <a:masterClrMapping/>
  </p:clrMapOvr>
  <p:hf sldNum="0" hdr="0" ftr="0"/>
  <p:extLst>
    <p:ext uri="{DCECCB84-F9BA-43D5-87BE-67443E8EF086}">
      <p15:sldGuideLst xmlns:p15="http://schemas.microsoft.com/office/powerpoint/2012/main"/>
    </p:ext>
  </p:extLst>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slideLayouts/slideLayout12.xml" Type="http://schemas.openxmlformats.org/officeDocument/2006/relationships/slideLayout"/><Relationship Id="rId13" Target="../slideLayouts/slideLayout13.xml" Type="http://schemas.openxmlformats.org/officeDocument/2006/relationships/slideLayout"/><Relationship Id="rId14" Target="../slideLayouts/slideLayout14.xml" Type="http://schemas.openxmlformats.org/officeDocument/2006/relationships/slideLayout"/><Relationship Id="rId15" Target="../theme/theme1.xml" Type="http://schemas.openxmlformats.org/officeDocument/2006/relationships/theme"/><Relationship Id="rId16" Target="../media/image1.png" Type="http://schemas.openxmlformats.org/officeDocument/2006/relationships/image"/><Relationship Id="rId17" Target="../media/image2.sv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slideLayouts/slideLayout15.xml" Type="http://schemas.openxmlformats.org/officeDocument/2006/relationships/slideLayout"/><Relationship Id="rId2" Target="../theme/theme2.xml" Type="http://schemas.openxmlformats.org/officeDocument/2006/relationships/theme"/><Relationship Id="rId3" Target="../media/image7.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Title_SM"/>
          <p:cNvSpPr>
            <a:spLocks noGrp="1" noChangeArrowheads="1"/>
          </p:cNvSpPr>
          <p:nvPr>
            <p:ph type="title"/>
          </p:nvPr>
        </p:nvSpPr>
        <p:spPr bwMode="auto">
          <a:xfrm>
            <a:off x="479424" y="476250"/>
            <a:ext cx="8353425"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p>
            <a:pPr lvl="0"/>
            <a:r>
              <a:rPr lang="en-US" dirty="0"/>
              <a:t>Slide title, Ericsson Hilda Light 40pt, Ericsson Black, max 2-lines</a:t>
            </a:r>
          </a:p>
        </p:txBody>
      </p:sp>
      <p:sp>
        <p:nvSpPr>
          <p:cNvPr id="8" name="Text Placeholder 2">
            <a:extLst>
              <a:ext uri="{FF2B5EF4-FFF2-40B4-BE49-F238E27FC236}">
                <a16:creationId xmlns:a16="http://schemas.microsoft.com/office/drawing/2014/main" id="{483145CE-A2DE-4236-A4F9-8AE088671CA5}"/>
              </a:ext>
            </a:extLst>
          </p:cNvPr>
          <p:cNvSpPr>
            <a:spLocks noGrp="1"/>
          </p:cNvSpPr>
          <p:nvPr>
            <p:ph type="body" idx="1"/>
          </p:nvPr>
        </p:nvSpPr>
        <p:spPr>
          <a:xfrm>
            <a:off x="479425" y="1844674"/>
            <a:ext cx="11233150" cy="4392613"/>
          </a:xfrm>
          <a:prstGeom prst="rect">
            <a:avLst/>
          </a:prstGeom>
        </p:spPr>
        <p:txBody>
          <a:bodyPr vert="horz" lIns="72000" tIns="36000" rIns="72000" bIns="3600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pic>
        <p:nvPicPr>
          <p:cNvPr id="7" name="Graphic 6">
            <a:extLst>
              <a:ext uri="{FF2B5EF4-FFF2-40B4-BE49-F238E27FC236}">
                <a16:creationId xmlns:a16="http://schemas.microsoft.com/office/drawing/2014/main" id="{ECFCA6C0-C300-46F3-8D05-D936BF801E76}"/>
              </a:ext>
            </a:extLst>
          </p:cNvPr>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493088" y="476251"/>
            <a:ext cx="256032" cy="256032"/>
          </a:xfrm>
          <a:prstGeom prst="rect">
            <a:avLst/>
          </a:prstGeom>
        </p:spPr>
      </p:pic>
      <p:sp>
        <p:nvSpPr>
          <p:cNvPr id="5"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4D34DC33-B6A1-43EF-9A99-F7C83545B926}"/>
              </a:ext>
            </a:extLst>
          </p:cNvPr>
          <p:cNvSpPr txBox="1"/>
          <p:nvPr userDrawn="1"/>
        </p:nvSpPr>
        <p:spPr>
          <a:xfrm>
            <a:off x="421638" y="6524625"/>
            <a:ext cx="8444619"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EBEOXJF Bo Fjelkner  |  GFTLMC [Patrik Palm]  |  GFTL-22:001355 Uen  |  B  |  2025-08-26  |  GFTL PS - Set up for handling Product Security Regulations  |  Ericsson Internal  |  Page </a:t>
            </a:r>
            <a:fld id="{3F34921C-A604-40CC-ADD5-07DA86879EE5}" type="slidenum">
              <a:rPr lang="en-US" sz="800" b="0" i="0" u="none">
                <a:solidFill>
                  <a:schemeClr val="tx1"/>
                </a:solidFill>
                <a:latin typeface="+mn-lt"/>
              </a:rPr>
              <a:t>&lt;#&gt;</a:t>
            </a:fld>
            <a:r>
              <a:rPr lang="en-US" sz="800" b="0" i="0" u="none">
                <a:solidFill>
                  <a:schemeClr val="tx1"/>
                </a:solidFill>
                <a:latin typeface="+mn-lt"/>
              </a:rPr>
              <a:t> of 8</a:t>
            </a:r>
            <a:endParaRPr lang="en-US" sz="800" b="0" i="0" u="none" dirty="0">
              <a:solidFill>
                <a:schemeClr val="tx1"/>
              </a:solidFill>
              <a:latin typeface="+mn-lt"/>
            </a:endParaRPr>
          </a:p>
        </p:txBody>
      </p:sp>
    </p:spTree>
    <p:extLst>
      <p:ext uri="{BB962C8B-B14F-4D97-AF65-F5344CB8AC3E}">
        <p14:creationId xmlns:p14="http://schemas.microsoft.com/office/powerpoint/2010/main" val="2523064765"/>
      </p:ext>
    </p:extLst>
  </p:cSld>
  <p:clrMap bg1="lt1" tx1="dk1" bg2="lt2" tx2="dk2" accent1="accent1" accent2="accent2" accent3="accent3" accent4="accent4" accent5="accent5" accent6="accent6" hlink="hlink" folHlink="folHlink"/>
  <p:sldLayoutIdLst>
    <p:sldLayoutId id="2147483661" r:id="rId1"/>
    <p:sldLayoutId id="2147483707" r:id="rId2"/>
    <p:sldLayoutId id="2147483709" r:id="rId3"/>
    <p:sldLayoutId id="2147483673" r:id="rId4"/>
    <p:sldLayoutId id="2147483706" r:id="rId5"/>
    <p:sldLayoutId id="2147483694" r:id="rId6"/>
    <p:sldLayoutId id="2147483675" r:id="rId7"/>
    <p:sldLayoutId id="2147483696" r:id="rId8"/>
    <p:sldLayoutId id="2147483678" r:id="rId9"/>
    <p:sldLayoutId id="2147483690" r:id="rId10"/>
    <p:sldLayoutId id="2147483681" r:id="rId11"/>
    <p:sldLayoutId id="2147483692" r:id="rId12"/>
    <p:sldLayoutId id="2147483705" r:id="rId13"/>
    <p:sldLayoutId id="2147483714" r:id="rId14"/>
  </p:sldLayoutIdLst>
  <p:hf sldNum="0" hdr="0" ftr="0" dt="0"/>
  <p:txStyles>
    <p:titleStyle>
      <a:lvl1pPr algn="l" rtl="0" eaLnBrk="1" fontAlgn="base" hangingPunct="1">
        <a:lnSpc>
          <a:spcPct val="85000"/>
        </a:lnSpc>
        <a:spcBef>
          <a:spcPts val="300"/>
        </a:spcBef>
        <a:spcAft>
          <a:spcPct val="0"/>
        </a:spcAft>
        <a:defRPr sz="4000" kern="1400" spc="-160">
          <a:solidFill>
            <a:schemeClr val="tx1"/>
          </a:solidFill>
          <a:latin typeface="+mj-lt"/>
          <a:ea typeface="+mj-ea"/>
          <a:cs typeface="+mj-cs"/>
        </a:defRPr>
      </a:lvl1pPr>
      <a:lvl2pPr algn="l" rtl="0" eaLnBrk="1" fontAlgn="base" hangingPunct="1">
        <a:lnSpc>
          <a:spcPct val="85000"/>
        </a:lnSpc>
        <a:spcBef>
          <a:spcPct val="0"/>
        </a:spcBef>
        <a:spcAft>
          <a:spcPct val="0"/>
        </a:spcAft>
        <a:defRPr sz="4000">
          <a:solidFill>
            <a:schemeClr val="tx1"/>
          </a:solidFill>
          <a:latin typeface="Ericsson Hilda" pitchFamily="2" charset="0"/>
        </a:defRPr>
      </a:lvl2pPr>
      <a:lvl3pPr algn="l" rtl="0" eaLnBrk="1" fontAlgn="base" hangingPunct="1">
        <a:lnSpc>
          <a:spcPct val="85000"/>
        </a:lnSpc>
        <a:spcBef>
          <a:spcPct val="0"/>
        </a:spcBef>
        <a:spcAft>
          <a:spcPct val="0"/>
        </a:spcAft>
        <a:defRPr sz="4000">
          <a:solidFill>
            <a:schemeClr val="tx1"/>
          </a:solidFill>
          <a:latin typeface="Ericsson Hilda" pitchFamily="2" charset="0"/>
        </a:defRPr>
      </a:lvl3pPr>
      <a:lvl4pPr algn="l" rtl="0" eaLnBrk="1" fontAlgn="base" hangingPunct="1">
        <a:lnSpc>
          <a:spcPct val="85000"/>
        </a:lnSpc>
        <a:spcBef>
          <a:spcPct val="0"/>
        </a:spcBef>
        <a:spcAft>
          <a:spcPct val="0"/>
        </a:spcAft>
        <a:defRPr sz="4000">
          <a:solidFill>
            <a:schemeClr val="tx1"/>
          </a:solidFill>
          <a:latin typeface="Ericsson Hilda" pitchFamily="2" charset="0"/>
        </a:defRPr>
      </a:lvl4pPr>
      <a:lvl5pPr algn="l" rtl="0" eaLnBrk="1" fontAlgn="base" hangingPunct="1">
        <a:lnSpc>
          <a:spcPct val="85000"/>
        </a:lnSpc>
        <a:spcBef>
          <a:spcPct val="0"/>
        </a:spcBef>
        <a:spcAft>
          <a:spcPct val="0"/>
        </a:spcAft>
        <a:defRPr sz="4000">
          <a:solidFill>
            <a:schemeClr val="tx1"/>
          </a:solidFill>
          <a:latin typeface="Ericsson Hilda" pitchFamily="2" charset="0"/>
        </a:defRPr>
      </a:lvl5pPr>
      <a:lvl6pPr marL="457200" algn="l" rtl="0" eaLnBrk="1" fontAlgn="base" hangingPunct="1">
        <a:spcBef>
          <a:spcPct val="0"/>
        </a:spcBef>
        <a:spcAft>
          <a:spcPct val="0"/>
        </a:spcAft>
        <a:defRPr sz="3200">
          <a:solidFill>
            <a:schemeClr val="tx1"/>
          </a:solidFill>
          <a:latin typeface="Ericsson Hilda" pitchFamily="2" charset="0"/>
        </a:defRPr>
      </a:lvl6pPr>
      <a:lvl7pPr marL="914400" algn="l" rtl="0" eaLnBrk="1" fontAlgn="base" hangingPunct="1">
        <a:spcBef>
          <a:spcPct val="0"/>
        </a:spcBef>
        <a:spcAft>
          <a:spcPct val="0"/>
        </a:spcAft>
        <a:defRPr sz="3200">
          <a:solidFill>
            <a:schemeClr val="tx1"/>
          </a:solidFill>
          <a:latin typeface="Ericsson Hilda" pitchFamily="2" charset="0"/>
        </a:defRPr>
      </a:lvl7pPr>
      <a:lvl8pPr marL="1371600" algn="l" rtl="0" eaLnBrk="1" fontAlgn="base" hangingPunct="1">
        <a:spcBef>
          <a:spcPct val="0"/>
        </a:spcBef>
        <a:spcAft>
          <a:spcPct val="0"/>
        </a:spcAft>
        <a:defRPr sz="3200">
          <a:solidFill>
            <a:schemeClr val="tx1"/>
          </a:solidFill>
          <a:latin typeface="Ericsson Hilda" pitchFamily="2" charset="0"/>
        </a:defRPr>
      </a:lvl8pPr>
      <a:lvl9pPr marL="1828800" algn="l" rtl="0" eaLnBrk="1" fontAlgn="base" hangingPunct="1">
        <a:spcBef>
          <a:spcPct val="0"/>
        </a:spcBef>
        <a:spcAft>
          <a:spcPct val="0"/>
        </a:spcAft>
        <a:defRPr sz="3200">
          <a:solidFill>
            <a:schemeClr val="tx1"/>
          </a:solidFill>
          <a:latin typeface="Ericsson Hilda" pitchFamily="2" charset="0"/>
        </a:defRPr>
      </a:lvl9pPr>
    </p:titleStyle>
    <p:bodyStyle>
      <a:lvl1pPr marL="265113" indent="-265113"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ea typeface="+mn-ea"/>
          <a:cs typeface="+mn-cs"/>
        </a:defRPr>
      </a:lvl1pPr>
      <a:lvl2pPr marL="538163" indent="-273050"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2pPr>
      <a:lvl3pPr marL="803275" indent="-265113"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3pPr>
      <a:lvl4pPr marL="1076325" indent="-273050"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4pPr>
      <a:lvl5pPr marL="1341438" indent="-265113"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5pPr>
      <a:lvl6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6pPr>
      <a:lvl7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7pPr>
      <a:lvl8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8pPr>
      <a:lvl9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
          <p15:clr>
            <a:srgbClr val="A4A3A4"/>
          </p15:clr>
        </p15:guide>
        <p15:guide id="2" pos="302">
          <p15:clr>
            <a:srgbClr val="A4A3A4"/>
          </p15:clr>
        </p15:guide>
        <p15:guide id="3" pos="1935">
          <p15:clr>
            <a:srgbClr val="A4A3A4"/>
          </p15:clr>
        </p15:guide>
        <p15:guide id="4" orient="horz" pos="981">
          <p15:clr>
            <a:srgbClr val="A4A3A4"/>
          </p15:clr>
        </p15:guide>
        <p15:guide id="6" pos="2116">
          <p15:clr>
            <a:srgbClr val="A4A3A4"/>
          </p15:clr>
        </p15:guide>
        <p15:guide id="7" pos="3931">
          <p15:clr>
            <a:srgbClr val="A4A3A4"/>
          </p15:clr>
        </p15:guide>
        <p15:guide id="9" pos="3749">
          <p15:clr>
            <a:srgbClr val="A4A3A4"/>
          </p15:clr>
        </p15:guide>
        <p15:guide id="10" pos="5564">
          <p15:clr>
            <a:srgbClr val="A4A3A4"/>
          </p15:clr>
        </p15:guide>
        <p15:guide id="12" pos="5745">
          <p15:clr>
            <a:srgbClr val="A4A3A4"/>
          </p15:clr>
        </p15:guide>
        <p15:guide id="13" pos="7378">
          <p15:clr>
            <a:srgbClr val="A4A3A4"/>
          </p15:clr>
        </p15:guide>
        <p15:guide id="16" orient="horz" pos="2478">
          <p15:clr>
            <a:srgbClr val="A4A3A4"/>
          </p15:clr>
        </p15:guide>
        <p15:guide id="17" orient="horz" pos="2614">
          <p15:clr>
            <a:srgbClr val="A4A3A4"/>
          </p15:clr>
        </p15:guide>
        <p15:guide id="18" orient="horz" pos="3929">
          <p15:clr>
            <a:srgbClr val="A4A3A4"/>
          </p15:clr>
        </p15:guide>
        <p15:guide id="19" orient="horz" pos="4110">
          <p15:clr>
            <a:srgbClr val="A4A3A4"/>
          </p15:clr>
        </p15:guide>
        <p15:guide id="20" orient="horz" pos="1162">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1506" name="Title_SM"/>
          <p:cNvSpPr>
            <a:spLocks noGrp="1" noChangeArrowheads="1"/>
          </p:cNvSpPr>
          <p:nvPr>
            <p:ph type="title"/>
          </p:nvPr>
        </p:nvSpPr>
        <p:spPr bwMode="auto">
          <a:xfrm>
            <a:off x="479424" y="476250"/>
            <a:ext cx="8353425" cy="1081088"/>
          </a:xfrm>
          <a:prstGeom prst="rect">
            <a:avLst/>
          </a:prstGeom>
          <a:noFill/>
          <a:ln w="9525">
            <a:noFill/>
            <a:miter lim="800000"/>
            <a:headEnd/>
            <a:tailEnd/>
          </a:ln>
        </p:spPr>
        <p:txBody>
          <a:bodyPr vert="horz" wrap="square" lIns="72000" tIns="36000" rIns="73152" bIns="36576" numCol="1" anchor="t" anchorCtr="0" compatLnSpc="1">
            <a:prstTxWarp prst="textNoShape">
              <a:avLst/>
            </a:prstTxWarp>
            <a:noAutofit/>
          </a:bodyPr>
          <a:lstStyle/>
          <a:p>
            <a:pPr lvl="0"/>
            <a:r>
              <a:rPr lang="en-US" dirty="0"/>
              <a:t>Slide title, Ericsson Hilda Light 40pt, Ericsson Black, max 2-lines</a:t>
            </a:r>
          </a:p>
        </p:txBody>
      </p:sp>
      <p:sp>
        <p:nvSpPr>
          <p:cNvPr id="8" name="Text Placeholder 2">
            <a:extLst>
              <a:ext uri="{FF2B5EF4-FFF2-40B4-BE49-F238E27FC236}">
                <a16:creationId xmlns:a16="http://schemas.microsoft.com/office/drawing/2014/main" id="{483145CE-A2DE-4236-A4F9-8AE088671CA5}"/>
              </a:ext>
            </a:extLst>
          </p:cNvPr>
          <p:cNvSpPr>
            <a:spLocks noGrp="1"/>
          </p:cNvSpPr>
          <p:nvPr>
            <p:ph type="body" idx="1"/>
          </p:nvPr>
        </p:nvSpPr>
        <p:spPr>
          <a:xfrm>
            <a:off x="479425" y="1844674"/>
            <a:ext cx="11233150" cy="4392613"/>
          </a:xfrm>
          <a:prstGeom prst="rect">
            <a:avLst/>
          </a:prstGeom>
        </p:spPr>
        <p:txBody>
          <a:bodyPr vert="horz" lIns="72000" tIns="36000" rIns="72000" bIns="3600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pic>
        <p:nvPicPr>
          <p:cNvPr id="7" name="Graphic 6">
            <a:extLst>
              <a:ext uri="{FF2B5EF4-FFF2-40B4-BE49-F238E27FC236}">
                <a16:creationId xmlns:a16="http://schemas.microsoft.com/office/drawing/2014/main" id="{ECFCA6C0-C300-46F3-8D05-D936BF801E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93088" y="476251"/>
            <a:ext cx="256032" cy="256032"/>
          </a:xfrm>
          <a:prstGeom prst="rect">
            <a:avLst/>
          </a:prstGeom>
        </p:spPr>
      </p:pic>
      <p:sp>
        <p:nvSpPr>
          <p:cNvPr id="5" name="txtfooterCopy" descr="{&#10; &quot;SkabelonDesign&quot;: {&#10; &quot;textualValue&quot;: &quot;&lt;key1/&gt;&quot;,&#10; &quot;bindingCollection&quot;: {&#10; &quot;key1&quot;: {&quot;SkabelonDesign&quot;:{&quot;type&quot;:&quot;Text&quot;,&quot;binding&quot;:&quot;Module.FooterText&quot;}}&#10; }&#10; }&#10;}">
            <a:extLst>
              <a:ext uri="{FF2B5EF4-FFF2-40B4-BE49-F238E27FC236}">
                <a16:creationId xmlns:a16="http://schemas.microsoft.com/office/drawing/2014/main" id="{4D34DC33-B6A1-43EF-9A99-F7C83545B926}"/>
              </a:ext>
            </a:extLst>
          </p:cNvPr>
          <p:cNvSpPr txBox="1"/>
          <p:nvPr userDrawn="1"/>
        </p:nvSpPr>
        <p:spPr>
          <a:xfrm>
            <a:off x="421638" y="6524625"/>
            <a:ext cx="8444619" cy="123111"/>
          </a:xfrm>
          <a:prstGeom prst="rect">
            <a:avLst/>
          </a:prstGeom>
          <a:noFill/>
        </p:spPr>
        <p:txBody>
          <a:bodyPr vert="horz" wrap="none" lIns="0" tIns="0" rIns="0" bIns="0" rtlCol="0">
            <a:spAutoFit/>
          </a:bodyPr>
          <a:lstStyle/>
          <a:p>
            <a:pPr marL="0" indent="0" algn="l">
              <a:buFontTx/>
              <a:buNone/>
            </a:pPr>
            <a:r>
              <a:rPr lang="en-US" sz="800" b="0" i="0" u="none">
                <a:solidFill>
                  <a:schemeClr val="tx1"/>
                </a:solidFill>
                <a:latin typeface="+mn-lt"/>
              </a:rPr>
              <a:t>  |  EBEOXJF Bo Fjelkner  |  GFTLMC [Patrik Palm]  |  GFTL-22:001355 Uen  |  B  |  2025-08-26  |  GFTL PS - Set up for handling Product Security Regulations  |  Ericsson Internal  |  Page </a:t>
            </a:r>
            <a:fld id="{7E4D3691-399C-4257-819E-BC96770B1F47}" type="slidenum">
              <a:rPr lang="en-US" sz="800" b="0" i="0" u="none">
                <a:solidFill>
                  <a:schemeClr val="tx1"/>
                </a:solidFill>
                <a:latin typeface="+mn-lt"/>
              </a:rPr>
              <a:t>&lt;#&gt;</a:t>
            </a:fld>
            <a:r>
              <a:rPr lang="en-US" sz="800" b="0" i="0" u="none">
                <a:solidFill>
                  <a:schemeClr val="tx1"/>
                </a:solidFill>
                <a:latin typeface="+mn-lt"/>
              </a:rPr>
              <a:t> of 8</a:t>
            </a:r>
            <a:endParaRPr lang="en-US" sz="800" b="0" i="0" u="none" dirty="0">
              <a:solidFill>
                <a:schemeClr val="tx1"/>
              </a:solidFill>
              <a:latin typeface="+mn-lt"/>
            </a:endParaRPr>
          </a:p>
        </p:txBody>
      </p:sp>
    </p:spTree>
    <p:extLst>
      <p:ext uri="{BB962C8B-B14F-4D97-AF65-F5344CB8AC3E}">
        <p14:creationId xmlns:p14="http://schemas.microsoft.com/office/powerpoint/2010/main" val="2523064765"/>
      </p:ext>
    </p:extLst>
  </p:cSld>
  <p:clrMap bg1="lt1" tx1="dk1" bg2="lt2" tx2="dk2" accent1="accent1" accent2="accent2" accent3="accent3" accent4="accent4" accent5="accent5" accent6="accent6" hlink="hlink" folHlink="folHlink"/>
  <p:sldLayoutIdLst>
    <p:sldLayoutId id="2147483711" r:id="rId1"/>
  </p:sldLayoutIdLst>
  <p:hf sldNum="0" hdr="0" ftr="0" dt="0"/>
  <p:txStyles>
    <p:titleStyle>
      <a:lvl1pPr algn="l" rtl="0" eaLnBrk="1" fontAlgn="base" hangingPunct="1">
        <a:lnSpc>
          <a:spcPct val="85000"/>
        </a:lnSpc>
        <a:spcBef>
          <a:spcPts val="300"/>
        </a:spcBef>
        <a:spcAft>
          <a:spcPct val="0"/>
        </a:spcAft>
        <a:defRPr sz="4000" kern="1400" spc="-160">
          <a:solidFill>
            <a:schemeClr val="tx1"/>
          </a:solidFill>
          <a:latin typeface="+mj-lt"/>
          <a:ea typeface="+mj-ea"/>
          <a:cs typeface="+mj-cs"/>
        </a:defRPr>
      </a:lvl1pPr>
      <a:lvl2pPr algn="l" rtl="0" eaLnBrk="1" fontAlgn="base" hangingPunct="1">
        <a:lnSpc>
          <a:spcPct val="85000"/>
        </a:lnSpc>
        <a:spcBef>
          <a:spcPct val="0"/>
        </a:spcBef>
        <a:spcAft>
          <a:spcPct val="0"/>
        </a:spcAft>
        <a:defRPr sz="4000">
          <a:solidFill>
            <a:schemeClr val="tx1"/>
          </a:solidFill>
          <a:latin typeface="Ericsson Hilda" pitchFamily="2" charset="0"/>
        </a:defRPr>
      </a:lvl2pPr>
      <a:lvl3pPr algn="l" rtl="0" eaLnBrk="1" fontAlgn="base" hangingPunct="1">
        <a:lnSpc>
          <a:spcPct val="85000"/>
        </a:lnSpc>
        <a:spcBef>
          <a:spcPct val="0"/>
        </a:spcBef>
        <a:spcAft>
          <a:spcPct val="0"/>
        </a:spcAft>
        <a:defRPr sz="4000">
          <a:solidFill>
            <a:schemeClr val="tx1"/>
          </a:solidFill>
          <a:latin typeface="Ericsson Hilda" pitchFamily="2" charset="0"/>
        </a:defRPr>
      </a:lvl3pPr>
      <a:lvl4pPr algn="l" rtl="0" eaLnBrk="1" fontAlgn="base" hangingPunct="1">
        <a:lnSpc>
          <a:spcPct val="85000"/>
        </a:lnSpc>
        <a:spcBef>
          <a:spcPct val="0"/>
        </a:spcBef>
        <a:spcAft>
          <a:spcPct val="0"/>
        </a:spcAft>
        <a:defRPr sz="4000">
          <a:solidFill>
            <a:schemeClr val="tx1"/>
          </a:solidFill>
          <a:latin typeface="Ericsson Hilda" pitchFamily="2" charset="0"/>
        </a:defRPr>
      </a:lvl4pPr>
      <a:lvl5pPr algn="l" rtl="0" eaLnBrk="1" fontAlgn="base" hangingPunct="1">
        <a:lnSpc>
          <a:spcPct val="85000"/>
        </a:lnSpc>
        <a:spcBef>
          <a:spcPct val="0"/>
        </a:spcBef>
        <a:spcAft>
          <a:spcPct val="0"/>
        </a:spcAft>
        <a:defRPr sz="4000">
          <a:solidFill>
            <a:schemeClr val="tx1"/>
          </a:solidFill>
          <a:latin typeface="Ericsson Hilda" pitchFamily="2" charset="0"/>
        </a:defRPr>
      </a:lvl5pPr>
      <a:lvl6pPr marL="457200" algn="l" rtl="0" eaLnBrk="1" fontAlgn="base" hangingPunct="1">
        <a:spcBef>
          <a:spcPct val="0"/>
        </a:spcBef>
        <a:spcAft>
          <a:spcPct val="0"/>
        </a:spcAft>
        <a:defRPr sz="3200">
          <a:solidFill>
            <a:schemeClr val="tx1"/>
          </a:solidFill>
          <a:latin typeface="Ericsson Hilda" pitchFamily="2" charset="0"/>
        </a:defRPr>
      </a:lvl6pPr>
      <a:lvl7pPr marL="914400" algn="l" rtl="0" eaLnBrk="1" fontAlgn="base" hangingPunct="1">
        <a:spcBef>
          <a:spcPct val="0"/>
        </a:spcBef>
        <a:spcAft>
          <a:spcPct val="0"/>
        </a:spcAft>
        <a:defRPr sz="3200">
          <a:solidFill>
            <a:schemeClr val="tx1"/>
          </a:solidFill>
          <a:latin typeface="Ericsson Hilda" pitchFamily="2" charset="0"/>
        </a:defRPr>
      </a:lvl7pPr>
      <a:lvl8pPr marL="1371600" algn="l" rtl="0" eaLnBrk="1" fontAlgn="base" hangingPunct="1">
        <a:spcBef>
          <a:spcPct val="0"/>
        </a:spcBef>
        <a:spcAft>
          <a:spcPct val="0"/>
        </a:spcAft>
        <a:defRPr sz="3200">
          <a:solidFill>
            <a:schemeClr val="tx1"/>
          </a:solidFill>
          <a:latin typeface="Ericsson Hilda" pitchFamily="2" charset="0"/>
        </a:defRPr>
      </a:lvl8pPr>
      <a:lvl9pPr marL="1828800" algn="l" rtl="0" eaLnBrk="1" fontAlgn="base" hangingPunct="1">
        <a:spcBef>
          <a:spcPct val="0"/>
        </a:spcBef>
        <a:spcAft>
          <a:spcPct val="0"/>
        </a:spcAft>
        <a:defRPr sz="3200">
          <a:solidFill>
            <a:schemeClr val="tx1"/>
          </a:solidFill>
          <a:latin typeface="Ericsson Hilda" pitchFamily="2" charset="0"/>
        </a:defRPr>
      </a:lvl9pPr>
    </p:titleStyle>
    <p:bodyStyle>
      <a:lvl1pPr marL="265113" indent="-265113"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ea typeface="+mn-ea"/>
          <a:cs typeface="+mn-cs"/>
        </a:defRPr>
      </a:lvl1pPr>
      <a:lvl2pPr marL="538163" indent="-273050"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2pPr>
      <a:lvl3pPr marL="803275" indent="-265113"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3pPr>
      <a:lvl4pPr marL="1076325" indent="-273050"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4pPr>
      <a:lvl5pPr marL="1341438" indent="-265113" algn="l" rtl="0" eaLnBrk="1" fontAlgn="base" hangingPunct="1">
        <a:spcBef>
          <a:spcPts val="800"/>
        </a:spcBef>
        <a:spcAft>
          <a:spcPct val="0"/>
        </a:spcAft>
        <a:buClrTx/>
        <a:buFont typeface="Ericsson Hilda" panose="00000500000000000000" pitchFamily="2" charset="0"/>
        <a:buChar char="●"/>
        <a:defRPr sz="2000" kern="1000" spc="-30">
          <a:solidFill>
            <a:schemeClr val="tx1"/>
          </a:solidFill>
          <a:latin typeface="+mn-lt"/>
        </a:defRPr>
      </a:lvl5pPr>
      <a:lvl6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6pPr>
      <a:lvl7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7pPr>
      <a:lvl8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8pPr>
      <a:lvl9pPr marL="1341438" indent="-265113" algn="l" rtl="0" eaLnBrk="1" fontAlgn="base" hangingPunct="1">
        <a:spcBef>
          <a:spcPts val="800"/>
        </a:spcBef>
        <a:spcAft>
          <a:spcPct val="0"/>
        </a:spcAft>
        <a:buClrTx/>
        <a:buFont typeface="Ericsson Hilda" panose="00000500000000000000" pitchFamily="2" charset="0"/>
        <a:buChar char="●"/>
        <a:defRPr sz="2000">
          <a:solidFill>
            <a:schemeClr val="tx1"/>
          </a:solidFill>
          <a:latin typeface="+mn-lt"/>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
          <p15:clr>
            <a:srgbClr val="A4A3A4"/>
          </p15:clr>
        </p15:guide>
        <p15:guide id="2" pos="302">
          <p15:clr>
            <a:srgbClr val="A4A3A4"/>
          </p15:clr>
        </p15:guide>
        <p15:guide id="3" pos="1935">
          <p15:clr>
            <a:srgbClr val="A4A3A4"/>
          </p15:clr>
        </p15:guide>
        <p15:guide id="4" orient="horz" pos="981">
          <p15:clr>
            <a:srgbClr val="A4A3A4"/>
          </p15:clr>
        </p15:guide>
        <p15:guide id="6" pos="2116">
          <p15:clr>
            <a:srgbClr val="A4A3A4"/>
          </p15:clr>
        </p15:guide>
        <p15:guide id="7" pos="3931">
          <p15:clr>
            <a:srgbClr val="A4A3A4"/>
          </p15:clr>
        </p15:guide>
        <p15:guide id="9" pos="3749">
          <p15:clr>
            <a:srgbClr val="A4A3A4"/>
          </p15:clr>
        </p15:guide>
        <p15:guide id="10" pos="5564">
          <p15:clr>
            <a:srgbClr val="A4A3A4"/>
          </p15:clr>
        </p15:guide>
        <p15:guide id="12" pos="5745">
          <p15:clr>
            <a:srgbClr val="A4A3A4"/>
          </p15:clr>
        </p15:guide>
        <p15:guide id="13" pos="7378">
          <p15:clr>
            <a:srgbClr val="A4A3A4"/>
          </p15:clr>
        </p15:guide>
        <p15:guide id="16" orient="horz" pos="2478">
          <p15:clr>
            <a:srgbClr val="A4A3A4"/>
          </p15:clr>
        </p15:guide>
        <p15:guide id="17" orient="horz" pos="2614">
          <p15:clr>
            <a:srgbClr val="A4A3A4"/>
          </p15:clr>
        </p15:guide>
        <p15:guide id="18" orient="horz" pos="3929">
          <p15:clr>
            <a:srgbClr val="A4A3A4"/>
          </p15:clr>
        </p15:guide>
        <p15:guide id="19" orient="horz" pos="4110">
          <p15:clr>
            <a:srgbClr val="A4A3A4"/>
          </p15:clr>
        </p15:guide>
        <p15:guide id="20" orient="horz" pos="1162">
          <p15:clr>
            <a:srgbClr val="A4A3A4"/>
          </p15:clr>
        </p15:guide>
      </p15:sldGuideLst>
    </p:ext>
  </p:extLst>
</p:sldMaster>
</file>

<file path=ppt/slides/_rels/slide1.xml.rels><?xml version="1.0" encoding="UTF-8" standalone="yes"?><Relationships xmlns="http://schemas.openxmlformats.org/package/2006/relationships"><Relationship Id="rId1" Target="../../customXml/item8.xml" Type="http://schemas.openxmlformats.org/officeDocument/2006/relationships/customXml"/><Relationship Id="rId2" Target="../../customXml/item6.xml" Type="http://schemas.openxmlformats.org/officeDocument/2006/relationships/customXml"/><Relationship Id="rId3" Target="../slideLayouts/slideLayout15.xml" Type="http://schemas.openxmlformats.org/officeDocument/2006/relationships/slideLayout"/><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3.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5.xml" Type="http://schemas.openxmlformats.org/officeDocument/2006/relationships/slideLayout"/><Relationship Id="rId2"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5.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14.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7D5CE7D-CCF0-44B0-843A-8D46859C44EE}"/>
              </a:ext>
            </a:extLst>
          </p:cNvPr>
          <p:cNvSpPr>
            <a:spLocks noGrp="1"/>
          </p:cNvSpPr>
          <p:nvPr>
            <p:ph type="ctrTitle"/>
          </p:nvPr>
        </p:nvSpPr>
        <p:spPr>
          <a:xfrm>
            <a:off x="479424" y="476250"/>
            <a:ext cx="9788526" cy="3457576"/>
          </a:xfrm>
          <a:ln>
            <a:noFill/>
          </a:ln>
        </p:spPr>
        <p:txBody>
          <a:bodyPr/>
          <a:lstStyle/>
          <a:p>
            <a:r>
              <a:rPr lang="en-US" sz="7200" dirty="0">
                <a:solidFill>
                  <a:schemeClr val="bg1"/>
                </a:solidFill>
              </a:rPr>
              <a:t>GFTL PS - Set up for handling Product Security Regulations</a:t>
            </a:r>
          </a:p>
        </p:txBody>
      </p:sp>
      <p:sp>
        <p:nvSpPr>
          <p:cNvPr id="4" name="Subtitle 3">
            <a:extLst>
              <a:ext uri="{FF2B5EF4-FFF2-40B4-BE49-F238E27FC236}">
                <a16:creationId xmlns:a16="http://schemas.microsoft.com/office/drawing/2014/main" id="{6A927E07-3624-45B8-934B-C229726CA813}"/>
              </a:ext>
            </a:extLst>
          </p:cNvPr>
          <p:cNvSpPr>
            <a:spLocks noGrp="1"/>
          </p:cNvSpPr>
          <p:nvPr>
            <p:ph type="subTitle" idx="1"/>
          </p:nvPr>
        </p:nvSpPr>
        <p:spPr>
          <a:ln>
            <a:noFill/>
          </a:ln>
        </p:spPr>
        <p:txBody>
          <a:bodyPr/>
          <a:lstStyle/>
          <a:p>
            <a:r>
              <a:rPr lang="en-US" dirty="0">
                <a:solidFill>
                  <a:schemeClr val="bg1"/>
                </a:solidFill>
              </a:rPr>
              <a:t>GFTL PS Frameworks</a:t>
            </a:r>
          </a:p>
        </p:txBody>
      </p:sp>
    </p:spTree>
    <p:custDataLst>
      <p:custData r:id="rId1"/>
      <p:custData r:id="rId2"/>
    </p:custDataLst>
    <p:extLst>
      <p:ext uri="{BB962C8B-B14F-4D97-AF65-F5344CB8AC3E}">
        <p14:creationId xmlns:p14="http://schemas.microsoft.com/office/powerpoint/2010/main" val="3444508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6187D997-D1EE-F941-8A0A-51EFE81AF870}"/>
              </a:ext>
            </a:extLst>
          </p:cNvPr>
          <p:cNvSpPr>
            <a:spLocks noGrp="1"/>
          </p:cNvSpPr>
          <p:nvPr>
            <p:ph type="title"/>
          </p:nvPr>
        </p:nvSpPr>
        <p:spPr>
          <a:xfrm>
            <a:off x="479425" y="476250"/>
            <a:ext cx="5616575" cy="1081088"/>
          </a:xfrm>
        </p:spPr>
        <p:txBody>
          <a:bodyPr/>
          <a:lstStyle/>
          <a:p>
            <a:r>
              <a:rPr lang="en-US" sz="3600" dirty="0"/>
              <a:t>Scope – Handling Product Security Regulations</a:t>
            </a:r>
          </a:p>
        </p:txBody>
      </p:sp>
      <p:sp>
        <p:nvSpPr>
          <p:cNvPr id="4" name="Rektangel 3">
            <a:extLst>
              <a:ext uri="{FF2B5EF4-FFF2-40B4-BE49-F238E27FC236}">
                <a16:creationId xmlns:a16="http://schemas.microsoft.com/office/drawing/2014/main" id="{A4FD42E7-F769-C441-8821-060E8A54FFAC}"/>
              </a:ext>
            </a:extLst>
          </p:cNvPr>
          <p:cNvSpPr/>
          <p:nvPr/>
        </p:nvSpPr>
        <p:spPr>
          <a:xfrm>
            <a:off x="479425" y="2033588"/>
            <a:ext cx="5340805" cy="4616648"/>
          </a:xfrm>
          <a:prstGeom prst="rect">
            <a:avLst/>
          </a:prstGeom>
        </p:spPr>
        <p:txBody>
          <a:bodyPr wrap="square">
            <a:spAutoFit/>
          </a:bodyPr>
          <a:lstStyle/>
          <a:p>
            <a:pPr algn="l" rtl="0">
              <a:defRPr/>
            </a:pPr>
            <a:r>
              <a:rPr lang="en-US" sz="1400" kern="1200" dirty="0">
                <a:solidFill>
                  <a:srgbClr val="181818"/>
                </a:solidFill>
                <a:latin typeface="Ericsson Hilda" pitchFamily="2" charset="0"/>
                <a:ea typeface="+mn-ea"/>
                <a:cs typeface="+mn-cs"/>
              </a:rPr>
              <a:t>The scope is</a:t>
            </a: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 “</a:t>
            </a:r>
            <a:r>
              <a:rPr kumimoji="0" lang="en-US" sz="1400" b="1" i="0" u="none" strike="noStrike" kern="1200" cap="none" spc="0" normalizeH="0" baseline="0" noProof="0" dirty="0">
                <a:ln>
                  <a:noFill/>
                </a:ln>
                <a:solidFill>
                  <a:srgbClr val="181818"/>
                </a:solidFill>
                <a:effectLst/>
                <a:uLnTx/>
                <a:uFillTx/>
                <a:latin typeface="Ericsson Hilda" pitchFamily="2" charset="0"/>
                <a:ea typeface="+mn-ea"/>
                <a:cs typeface="+mn-cs"/>
              </a:rPr>
              <a:t>direct and indirect regulations and frameworks/standards of relevance to Product Security.</a:t>
            </a: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a:t>
            </a:r>
            <a:endParaRPr kumimoji="0" lang="en-US" sz="1400" b="0" i="0" u="none" strike="noStrike" kern="1200" cap="none" spc="0" normalizeH="0" baseline="0" noProof="0" dirty="0">
              <a:ln>
                <a:noFill/>
              </a:ln>
              <a:solidFill>
                <a:srgbClr val="181818"/>
              </a:solidFill>
              <a:effectLst/>
              <a:uLnTx/>
              <a:uFillTx/>
              <a:latin typeface="Ericsson Hild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Regulation is defined as “a rule or directive made and maintained by an authority”.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Product Security regulations can either be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181818"/>
                </a:solidFill>
                <a:effectLst/>
                <a:uLnTx/>
                <a:uFillTx/>
                <a:latin typeface="Ericsson Hilda" pitchFamily="2" charset="0"/>
                <a:ea typeface="+mn-ea"/>
                <a:cs typeface="+mn-cs"/>
              </a:rPr>
              <a:t>Direct</a:t>
            </a: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 towards Ericsson products, for instance the proposal for EU Cyber Resilience Act.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181818"/>
                </a:solidFill>
                <a:effectLst/>
                <a:uLnTx/>
                <a:uFillTx/>
                <a:latin typeface="Ericsson Hilda" pitchFamily="2" charset="0"/>
                <a:ea typeface="+mn-ea"/>
                <a:cs typeface="+mn-cs"/>
              </a:rPr>
              <a:t>Indirect</a:t>
            </a: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 through our customers and their use of Ericsson products, for instance the UK TSR/CoP.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In the field of indirect regulations, one has to draw a line on what to cover and not.</a:t>
            </a:r>
            <a:endParaRPr kumimoji="0" lang="en-US" sz="1400" b="0" i="0" strike="noStrike" kern="1200" cap="none" spc="0" normalizeH="0" baseline="0" noProof="0" dirty="0">
              <a:ln>
                <a:noFill/>
              </a:ln>
              <a:solidFill>
                <a:srgbClr val="181818"/>
              </a:solidFill>
              <a:effectLst/>
              <a:uLnTx/>
              <a:uFillTx/>
              <a:latin typeface="Ericsson Hilda" pitchFamily="2"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rgbClr val="181818"/>
                </a:solidFill>
                <a:latin typeface="Ericsson Hilda" pitchFamily="2" charset="0"/>
                <a:ea typeface="+mn-ea"/>
                <a:cs typeface="+mn-cs"/>
              </a:rPr>
              <a:t>W</a:t>
            </a: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e exclude secrecy acts, national security acts, acts on object with special protection, which has impact on topics like what information you can get in an RFX, but it is assumed to be covered by Ericsson legal entity level.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rgbClr val="181818"/>
                </a:solidFill>
                <a:latin typeface="Ericsson Hilda" pitchFamily="2" charset="0"/>
                <a:ea typeface="+mn-ea"/>
                <a:cs typeface="+mn-cs"/>
              </a:rPr>
              <a:t>W</a:t>
            </a: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e exclude any other product related regulation already covered by Ericsson, for instance environmental.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endParaRPr>
          </a:p>
        </p:txBody>
      </p:sp>
      <p:pic>
        <p:nvPicPr>
          <p:cNvPr id="6" name="Graphic 9">
            <a:extLst>
              <a:ext uri="{FF2B5EF4-FFF2-40B4-BE49-F238E27FC236}">
                <a16:creationId xmlns:a16="http://schemas.microsoft.com/office/drawing/2014/main" id="{D773C09C-44FC-4DAA-AD40-3CE74F5BBA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87410" y="476250"/>
            <a:ext cx="261523" cy="261523"/>
          </a:xfrm>
          <a:prstGeom prst="rect">
            <a:avLst/>
          </a:prstGeom>
        </p:spPr>
      </p:pic>
      <p:pic>
        <p:nvPicPr>
          <p:cNvPr id="14" name="Picture 13">
            <a:extLst>
              <a:ext uri="{FF2B5EF4-FFF2-40B4-BE49-F238E27FC236}">
                <a16:creationId xmlns:a16="http://schemas.microsoft.com/office/drawing/2014/main" id="{D3BB804C-3885-4B05-B1C6-64922C4A02F6}"/>
              </a:ext>
            </a:extLst>
          </p:cNvPr>
          <p:cNvPicPr>
            <a:picLocks noChangeAspect="1"/>
          </p:cNvPicPr>
          <p:nvPr/>
        </p:nvPicPr>
        <p:blipFill>
          <a:blip r:embed="rId5"/>
          <a:stretch>
            <a:fillRect/>
          </a:stretch>
        </p:blipFill>
        <p:spPr>
          <a:xfrm>
            <a:off x="6096000" y="-4749"/>
            <a:ext cx="6096000" cy="6862749"/>
          </a:xfrm>
          <a:prstGeom prst="rect">
            <a:avLst/>
          </a:prstGeom>
        </p:spPr>
      </p:pic>
    </p:spTree>
    <p:extLst>
      <p:ext uri="{BB962C8B-B14F-4D97-AF65-F5344CB8AC3E}">
        <p14:creationId xmlns:p14="http://schemas.microsoft.com/office/powerpoint/2010/main" val="1598713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a:extLst>
              <a:ext uri="{FF2B5EF4-FFF2-40B4-BE49-F238E27FC236}">
                <a16:creationId xmlns:a16="http://schemas.microsoft.com/office/drawing/2014/main" id="{6187D997-D1EE-F941-8A0A-51EFE81AF870}"/>
              </a:ext>
            </a:extLst>
          </p:cNvPr>
          <p:cNvSpPr>
            <a:spLocks noGrp="1"/>
          </p:cNvSpPr>
          <p:nvPr>
            <p:ph type="title"/>
          </p:nvPr>
        </p:nvSpPr>
        <p:spPr>
          <a:xfrm>
            <a:off x="479425" y="476250"/>
            <a:ext cx="5616575" cy="1081088"/>
          </a:xfrm>
        </p:spPr>
        <p:txBody>
          <a:bodyPr/>
          <a:lstStyle/>
          <a:p>
            <a:r>
              <a:rPr lang="en-US" sz="3600" dirty="0"/>
              <a:t>Scope – Further clarification</a:t>
            </a:r>
          </a:p>
        </p:txBody>
      </p:sp>
      <p:sp>
        <p:nvSpPr>
          <p:cNvPr id="4" name="Rektangel 3">
            <a:extLst>
              <a:ext uri="{FF2B5EF4-FFF2-40B4-BE49-F238E27FC236}">
                <a16:creationId xmlns:a16="http://schemas.microsoft.com/office/drawing/2014/main" id="{A4FD42E7-F769-C441-8821-060E8A54FFAC}"/>
              </a:ext>
            </a:extLst>
          </p:cNvPr>
          <p:cNvSpPr/>
          <p:nvPr/>
        </p:nvSpPr>
        <p:spPr>
          <a:xfrm>
            <a:off x="479425" y="2033588"/>
            <a:ext cx="5340805" cy="5262979"/>
          </a:xfrm>
          <a:prstGeom prst="rect">
            <a:avLst/>
          </a:prstGeom>
        </p:spPr>
        <p:txBody>
          <a:bodyPr wrap="square">
            <a:spAutoFit/>
          </a:bodyPr>
          <a:lstStyle/>
          <a:p>
            <a:pPr algn="l" rtl="0">
              <a:defRPr/>
            </a:pPr>
            <a:r>
              <a:rPr kumimoji="0" lang="en-US" sz="1400" b="1" i="0" u="none" strike="noStrike" kern="1200" cap="none" spc="0" normalizeH="0" baseline="0" noProof="0" dirty="0">
                <a:ln>
                  <a:noFill/>
                </a:ln>
                <a:solidFill>
                  <a:srgbClr val="181818"/>
                </a:solidFill>
                <a:effectLst/>
                <a:uLnTx/>
                <a:uFillTx/>
                <a:latin typeface="Ericsson Hilda" pitchFamily="2" charset="0"/>
                <a:ea typeface="+mn-ea"/>
                <a:cs typeface="+mn-cs"/>
              </a:rPr>
              <a:t>Legislation</a:t>
            </a:r>
            <a:r>
              <a:rPr kumimoji="0" lang="en-US" sz="1400" i="0" u="none" strike="noStrike" kern="1200" cap="none" spc="0" normalizeH="0" baseline="0" noProof="0" dirty="0">
                <a:ln>
                  <a:noFill/>
                </a:ln>
                <a:solidFill>
                  <a:srgbClr val="181818"/>
                </a:solidFill>
                <a:effectLst/>
                <a:uLnTx/>
                <a:uFillTx/>
                <a:latin typeface="Ericsson Hilda" pitchFamily="2" charset="0"/>
                <a:ea typeface="+mn-ea"/>
                <a:cs typeface="+mn-cs"/>
              </a:rPr>
              <a:t> </a:t>
            </a: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is defined as “the process of making or enacting laws” and is in our wording </a:t>
            </a:r>
            <a:r>
              <a:rPr kumimoji="0" lang="en-US" sz="1400" b="1" i="0" u="none" strike="noStrike" kern="1200" cap="none" spc="0" normalizeH="0" baseline="0" noProof="0" dirty="0">
                <a:ln>
                  <a:noFill/>
                </a:ln>
                <a:solidFill>
                  <a:srgbClr val="181818"/>
                </a:solidFill>
                <a:effectLst/>
                <a:uLnTx/>
                <a:uFillTx/>
                <a:latin typeface="Ericsson Hilda" pitchFamily="2" charset="0"/>
                <a:ea typeface="+mn-ea"/>
                <a:cs typeface="+mn-cs"/>
              </a:rPr>
              <a:t>included in regulations</a:t>
            </a: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a:t>
            </a:r>
            <a:endParaRPr lang="en-US" sz="1400" kern="1200" dirty="0">
              <a:solidFill>
                <a:srgbClr val="181818"/>
              </a:solidFill>
              <a:latin typeface="Ericsson Hilda"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i="0" u="none" strike="noStrike" kern="1200" cap="none" spc="0" normalizeH="0" baseline="0" noProof="0" dirty="0">
              <a:ln>
                <a:noFill/>
              </a:ln>
              <a:solidFill>
                <a:srgbClr val="181818"/>
              </a:solidFill>
              <a:effectLst/>
              <a:uLnTx/>
              <a:uFillTx/>
              <a:latin typeface="Ericsson Hilda"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rgbClr val="181818"/>
                </a:solidFill>
                <a:effectLst/>
                <a:uLnTx/>
                <a:uFillTx/>
                <a:latin typeface="Ericsson Hilda" pitchFamily="2" charset="0"/>
                <a:ea typeface="+mn-ea"/>
                <a:cs typeface="+mn-cs"/>
              </a:rPr>
              <a:t>Security </a:t>
            </a:r>
            <a:r>
              <a:rPr kumimoji="0" lang="en-US" sz="1400" b="1" i="0" u="none" strike="noStrike" kern="1200" cap="none" spc="0" normalizeH="0" baseline="0" noProof="0" dirty="0">
                <a:ln>
                  <a:noFill/>
                </a:ln>
                <a:solidFill>
                  <a:srgbClr val="181818"/>
                </a:solidFill>
                <a:effectLst/>
                <a:uLnTx/>
                <a:uFillTx/>
                <a:latin typeface="Ericsson Hilda" pitchFamily="2" charset="0"/>
                <a:ea typeface="+mn-ea"/>
                <a:cs typeface="+mn-cs"/>
              </a:rPr>
              <a:t>standards</a:t>
            </a:r>
            <a:r>
              <a:rPr kumimoji="0" lang="en-US" sz="1400" b="0" i="0" u="none" strike="noStrike" kern="1200" cap="none" spc="0" normalizeH="0" baseline="0" noProof="0" dirty="0">
                <a:ln>
                  <a:noFill/>
                </a:ln>
                <a:solidFill>
                  <a:srgbClr val="181818"/>
                </a:solidFill>
                <a:effectLst/>
                <a:uLnTx/>
                <a:uFillTx/>
                <a:latin typeface="Ericsson Hilda" pitchFamily="2" charset="0"/>
                <a:ea typeface="+mn-ea"/>
                <a:cs typeface="+mn-cs"/>
              </a:rPr>
              <a:t> </a:t>
            </a:r>
            <a:r>
              <a:rPr lang="en-US" sz="1400" kern="1200" dirty="0">
                <a:solidFill>
                  <a:srgbClr val="181818"/>
                </a:solidFill>
                <a:latin typeface="Ericsson Hilda" pitchFamily="2" charset="0"/>
                <a:ea typeface="+mn-ea"/>
                <a:cs typeface="+mn-cs"/>
              </a:rPr>
              <a:t>are for instance 3GPP, which becomes a standard through ETSI, ISO27001(Information Security) and IEC 62443(Operational Technology Security). Standards are formed within relevant stakeholder groups and agreed upon a </a:t>
            </a:r>
            <a:r>
              <a:rPr lang="en-US" sz="1400" u="sng" kern="1200" dirty="0">
                <a:solidFill>
                  <a:srgbClr val="181818"/>
                </a:solidFill>
                <a:latin typeface="Ericsson Hilda" pitchFamily="2" charset="0"/>
                <a:ea typeface="+mn-ea"/>
                <a:cs typeface="+mn-cs"/>
              </a:rPr>
              <a:t>recognized bodies</a:t>
            </a:r>
            <a:r>
              <a:rPr lang="en-US" sz="1400" kern="1200" dirty="0">
                <a:solidFill>
                  <a:srgbClr val="181818"/>
                </a:solidFill>
                <a:latin typeface="Ericsson Hilda" pitchFamily="2" charset="0"/>
                <a:ea typeface="+mn-ea"/>
                <a:cs typeface="+mn-cs"/>
              </a:rPr>
              <a:t>.</a:t>
            </a:r>
            <a:endParaRPr lang="en-US" sz="1400" kern="1200" dirty="0">
              <a:solidFill>
                <a:srgbClr val="181818"/>
              </a:solidFill>
              <a:latin typeface="Ericsson Hild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81818"/>
              </a:solidFill>
              <a:effectLst/>
              <a:uLnTx/>
              <a:uFillTx/>
              <a:latin typeface="Ericsson Hild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rgbClr val="181818"/>
                </a:solidFill>
                <a:latin typeface="Ericsson Hilda"/>
                <a:ea typeface="+mn-ea"/>
                <a:cs typeface="+mn-cs"/>
              </a:rPr>
              <a:t>Security </a:t>
            </a:r>
            <a:r>
              <a:rPr lang="en-US" sz="1400" b="1" kern="1200" dirty="0">
                <a:solidFill>
                  <a:srgbClr val="181818"/>
                </a:solidFill>
                <a:latin typeface="Ericsson Hilda"/>
                <a:ea typeface="+mn-ea"/>
                <a:cs typeface="+mn-cs"/>
              </a:rPr>
              <a:t>frameworks</a:t>
            </a:r>
            <a:r>
              <a:rPr lang="en-US" sz="1400" kern="1200" dirty="0">
                <a:solidFill>
                  <a:srgbClr val="181818"/>
                </a:solidFill>
                <a:latin typeface="Ericsson Hilda"/>
                <a:ea typeface="+mn-ea"/>
                <a:cs typeface="+mn-cs"/>
              </a:rPr>
              <a:t> are industry best practices that provide documented policies, controls, processes, procedures. It could be company specific like Ericsson’s SRM, or organizational specific like ISACAs COBIT, or governmental like NIST CSF and NIST SSDF.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81818"/>
              </a:solidFill>
              <a:effectLst/>
              <a:uLnTx/>
              <a:uFillTx/>
              <a:latin typeface="Ericsson Hild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rgbClr val="181818"/>
                </a:solidFill>
                <a:latin typeface="Ericsson Hilda"/>
                <a:ea typeface="+mn-ea"/>
                <a:cs typeface="+mn-cs"/>
              </a:rPr>
              <a:t>Security </a:t>
            </a:r>
            <a:r>
              <a:rPr lang="en-US" sz="1400" b="1" kern="1200" dirty="0">
                <a:solidFill>
                  <a:srgbClr val="181818"/>
                </a:solidFill>
                <a:latin typeface="Ericsson Hilda"/>
                <a:ea typeface="+mn-ea"/>
                <a:cs typeface="+mn-cs"/>
              </a:rPr>
              <a:t>control library </a:t>
            </a:r>
            <a:r>
              <a:rPr lang="en-US" sz="1400" kern="1200" dirty="0">
                <a:solidFill>
                  <a:srgbClr val="181818"/>
                </a:solidFill>
                <a:latin typeface="Ericsson Hilda"/>
                <a:ea typeface="+mn-ea"/>
                <a:cs typeface="+mn-cs"/>
              </a:rPr>
              <a:t>is for instance NIST 800-53, but then also ISO27002 is a security control library.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rgbClr val="181818"/>
              </a:solidFill>
              <a:latin typeface="Ericsson Hild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rgbClr val="181818"/>
                </a:solidFill>
                <a:latin typeface="Ericsson Hilda"/>
                <a:ea typeface="+mn-ea"/>
                <a:cs typeface="+mn-cs"/>
              </a:rPr>
              <a:t>Ericsson </a:t>
            </a:r>
            <a:r>
              <a:rPr lang="en-US" sz="1400" b="1" kern="1200" dirty="0">
                <a:solidFill>
                  <a:srgbClr val="181818"/>
                </a:solidFill>
                <a:latin typeface="Ericsson Hilda"/>
                <a:ea typeface="+mn-ea"/>
                <a:cs typeface="+mn-cs"/>
              </a:rPr>
              <a:t>Internal controls </a:t>
            </a:r>
            <a:r>
              <a:rPr lang="en-US" sz="1400" kern="1200" dirty="0">
                <a:solidFill>
                  <a:srgbClr val="181818"/>
                </a:solidFill>
                <a:latin typeface="Ericsson Hilda"/>
                <a:ea typeface="+mn-ea"/>
                <a:cs typeface="+mn-cs"/>
              </a:rPr>
              <a:t>are for instance Generic Product Requirements(GPR) with corresponding Design Rules(DR) for product security and privacy.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81818"/>
              </a:solidFill>
              <a:effectLst/>
              <a:uLnTx/>
              <a:uFillTx/>
              <a:latin typeface="Ericsson Hild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81818"/>
              </a:solidFill>
              <a:effectLst/>
              <a:uLnTx/>
              <a:uFillTx/>
              <a:latin typeface="Ericsson Hild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rgbClr val="181818"/>
              </a:solidFill>
              <a:latin typeface="Ericsson Hild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81818"/>
              </a:solidFill>
              <a:effectLst/>
              <a:uLnTx/>
              <a:uFillTx/>
              <a:latin typeface="Ericsson Hilda"/>
              <a:ea typeface="+mn-ea"/>
              <a:cs typeface="+mn-cs"/>
            </a:endParaRPr>
          </a:p>
        </p:txBody>
      </p:sp>
      <p:pic>
        <p:nvPicPr>
          <p:cNvPr id="6" name="Graphic 9">
            <a:extLst>
              <a:ext uri="{FF2B5EF4-FFF2-40B4-BE49-F238E27FC236}">
                <a16:creationId xmlns:a16="http://schemas.microsoft.com/office/drawing/2014/main" id="{D773C09C-44FC-4DAA-AD40-3CE74F5BBA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87410" y="476250"/>
            <a:ext cx="261523" cy="261523"/>
          </a:xfrm>
          <a:prstGeom prst="rect">
            <a:avLst/>
          </a:prstGeom>
        </p:spPr>
      </p:pic>
      <p:pic>
        <p:nvPicPr>
          <p:cNvPr id="14" name="Picture 13">
            <a:extLst>
              <a:ext uri="{FF2B5EF4-FFF2-40B4-BE49-F238E27FC236}">
                <a16:creationId xmlns:a16="http://schemas.microsoft.com/office/drawing/2014/main" id="{D3BB804C-3885-4B05-B1C6-64922C4A02F6}"/>
              </a:ext>
            </a:extLst>
          </p:cNvPr>
          <p:cNvPicPr>
            <a:picLocks noChangeAspect="1"/>
          </p:cNvPicPr>
          <p:nvPr/>
        </p:nvPicPr>
        <p:blipFill>
          <a:blip r:embed="rId5"/>
          <a:stretch>
            <a:fillRect/>
          </a:stretch>
        </p:blipFill>
        <p:spPr>
          <a:xfrm>
            <a:off x="6096000" y="-4749"/>
            <a:ext cx="6096000" cy="6862749"/>
          </a:xfrm>
          <a:prstGeom prst="rect">
            <a:avLst/>
          </a:prstGeom>
        </p:spPr>
      </p:pic>
    </p:spTree>
    <p:extLst>
      <p:ext uri="{BB962C8B-B14F-4D97-AF65-F5344CB8AC3E}">
        <p14:creationId xmlns:p14="http://schemas.microsoft.com/office/powerpoint/2010/main" val="4168302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2E312-2EE1-4A5E-BC5F-16600840C9C7}"/>
              </a:ext>
            </a:extLst>
          </p:cNvPr>
          <p:cNvSpPr>
            <a:spLocks noGrp="1"/>
          </p:cNvSpPr>
          <p:nvPr>
            <p:ph type="title"/>
          </p:nvPr>
        </p:nvSpPr>
        <p:spPr/>
        <p:txBody>
          <a:bodyPr/>
          <a:lstStyle/>
          <a:p>
            <a:r>
              <a:rPr lang="en-US" dirty="0"/>
              <a:t>A structured approach – Stakeholders involved</a:t>
            </a:r>
          </a:p>
        </p:txBody>
      </p:sp>
      <p:sp>
        <p:nvSpPr>
          <p:cNvPr id="3" name="Content Placeholder 2">
            <a:extLst>
              <a:ext uri="{FF2B5EF4-FFF2-40B4-BE49-F238E27FC236}">
                <a16:creationId xmlns:a16="http://schemas.microsoft.com/office/drawing/2014/main" id="{1B9E206E-327C-4B19-AF64-20F040D950C9}"/>
              </a:ext>
            </a:extLst>
          </p:cNvPr>
          <p:cNvSpPr>
            <a:spLocks noGrp="1"/>
          </p:cNvSpPr>
          <p:nvPr>
            <p:ph sz="quarter" idx="10"/>
          </p:nvPr>
        </p:nvSpPr>
        <p:spPr/>
        <p:txBody>
          <a:bodyPr/>
          <a:lstStyle/>
          <a:p>
            <a:r>
              <a:rPr lang="en-US" dirty="0"/>
              <a:t>Ericsson has the distributed resources throughout the organization to learn about new regulation with relevance to product security, for instance </a:t>
            </a:r>
          </a:p>
          <a:p>
            <a:pPr lvl="1"/>
            <a:r>
              <a:rPr lang="en-US" sz="1800" dirty="0"/>
              <a:t>Government and Policy Advocacy(GPA)</a:t>
            </a:r>
          </a:p>
          <a:p>
            <a:pPr lvl="1"/>
            <a:r>
              <a:rPr lang="en-US" sz="1800" dirty="0"/>
              <a:t>MA Solution Security</a:t>
            </a:r>
          </a:p>
          <a:p>
            <a:pPr lvl="1"/>
            <a:r>
              <a:rPr lang="en-US" sz="1800" dirty="0"/>
              <a:t>GFTL PS Customer Security Directors located in the MA</a:t>
            </a:r>
          </a:p>
          <a:p>
            <a:r>
              <a:rPr lang="en-US" dirty="0"/>
              <a:t>Ericsson has the centralized resources to work with it from a requirement perspective and driving the strategic work.</a:t>
            </a:r>
          </a:p>
          <a:p>
            <a:pPr lvl="1"/>
            <a:r>
              <a:rPr lang="en-US" sz="1800" dirty="0"/>
              <a:t>BA</a:t>
            </a:r>
          </a:p>
          <a:p>
            <a:pPr lvl="1"/>
            <a:r>
              <a:rPr lang="en-US" sz="1800" dirty="0"/>
              <a:t>GFTL PS</a:t>
            </a:r>
          </a:p>
          <a:p>
            <a:r>
              <a:rPr lang="en-US" dirty="0"/>
              <a:t>Those out in the field have good position to provide insights to the center. </a:t>
            </a:r>
          </a:p>
          <a:p>
            <a:r>
              <a:rPr lang="en-US" dirty="0"/>
              <a:t>BA and GFTL in the center drives the strategic agenda, while GPA both act in the field and center.</a:t>
            </a:r>
          </a:p>
        </p:txBody>
      </p:sp>
    </p:spTree>
    <p:extLst>
      <p:ext uri="{BB962C8B-B14F-4D97-AF65-F5344CB8AC3E}">
        <p14:creationId xmlns:p14="http://schemas.microsoft.com/office/powerpoint/2010/main" val="1590796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27915-9292-4A53-A765-F3FA43273C7E}"/>
              </a:ext>
            </a:extLst>
          </p:cNvPr>
          <p:cNvSpPr>
            <a:spLocks noGrp="1"/>
          </p:cNvSpPr>
          <p:nvPr>
            <p:ph type="title"/>
          </p:nvPr>
        </p:nvSpPr>
        <p:spPr/>
        <p:txBody>
          <a:bodyPr/>
          <a:lstStyle/>
          <a:p>
            <a:r>
              <a:rPr lang="en-US" dirty="0"/>
              <a:t>A structured approach – Global set up</a:t>
            </a:r>
          </a:p>
        </p:txBody>
      </p:sp>
      <p:sp>
        <p:nvSpPr>
          <p:cNvPr id="4" name="Rectangle: Rounded Corners 3">
            <a:extLst>
              <a:ext uri="{FF2B5EF4-FFF2-40B4-BE49-F238E27FC236}">
                <a16:creationId xmlns:a16="http://schemas.microsoft.com/office/drawing/2014/main" id="{35ED421A-6F84-4DA6-BE7B-6A7B178F35AC}"/>
              </a:ext>
            </a:extLst>
          </p:cNvPr>
          <p:cNvSpPr/>
          <p:nvPr/>
        </p:nvSpPr>
        <p:spPr bwMode="auto">
          <a:xfrm>
            <a:off x="588470" y="1609482"/>
            <a:ext cx="2637177" cy="1047789"/>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12" name="Rectangle: Rounded Corners 11">
            <a:extLst>
              <a:ext uri="{FF2B5EF4-FFF2-40B4-BE49-F238E27FC236}">
                <a16:creationId xmlns:a16="http://schemas.microsoft.com/office/drawing/2014/main" id="{25E47B74-6575-43D5-912B-2F0811580AA7}"/>
              </a:ext>
            </a:extLst>
          </p:cNvPr>
          <p:cNvSpPr/>
          <p:nvPr/>
        </p:nvSpPr>
        <p:spPr bwMode="auto">
          <a:xfrm>
            <a:off x="3134570" y="4804349"/>
            <a:ext cx="1914525" cy="1429938"/>
          </a:xfrm>
          <a:prstGeom prst="roundRect">
            <a:avLst/>
          </a:prstGeom>
          <a:no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13" name="Cylinder 12">
            <a:extLst>
              <a:ext uri="{FF2B5EF4-FFF2-40B4-BE49-F238E27FC236}">
                <a16:creationId xmlns:a16="http://schemas.microsoft.com/office/drawing/2014/main" id="{7131F017-3614-48A1-BE63-9C74CE1F5EA8}"/>
              </a:ext>
            </a:extLst>
          </p:cNvPr>
          <p:cNvSpPr/>
          <p:nvPr/>
        </p:nvSpPr>
        <p:spPr bwMode="auto">
          <a:xfrm>
            <a:off x="2737541" y="2258767"/>
            <a:ext cx="247523" cy="210369"/>
          </a:xfrm>
          <a:prstGeom prst="can">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14" name="TextBox 13">
            <a:extLst>
              <a:ext uri="{FF2B5EF4-FFF2-40B4-BE49-F238E27FC236}">
                <a16:creationId xmlns:a16="http://schemas.microsoft.com/office/drawing/2014/main" id="{2DF7CE05-9AD6-4B9C-8C5C-690AF785D759}"/>
              </a:ext>
            </a:extLst>
          </p:cNvPr>
          <p:cNvSpPr txBox="1"/>
          <p:nvPr/>
        </p:nvSpPr>
        <p:spPr>
          <a:xfrm>
            <a:off x="654725" y="1656235"/>
            <a:ext cx="2513744" cy="256966"/>
          </a:xfrm>
          <a:prstGeom prst="rect">
            <a:avLst/>
          </a:prstGeom>
        </p:spPr>
        <p:txBody>
          <a:bodyPr vert="horz" wrap="square" lIns="72000" tIns="36000" rIns="72000" bIns="36000" rtlCol="0" anchor="t">
            <a:noAutofit/>
          </a:bodyPr>
          <a:lstStyle/>
          <a:p>
            <a:pPr marR="0" algn="ctr" defTabSz="914400" rtl="0" eaLnBrk="1" fontAlgn="base" latinLnBrk="0" hangingPunct="1">
              <a:lnSpc>
                <a:spcPct val="100000"/>
              </a:lnSpc>
              <a:spcBef>
                <a:spcPts val="800"/>
              </a:spcBef>
              <a:spcAft>
                <a:spcPct val="0"/>
              </a:spcAft>
              <a:buClrTx/>
              <a:buSzTx/>
              <a:tabLst/>
            </a:pPr>
            <a:r>
              <a:rPr kumimoji="0" lang="en-US" sz="1100" b="1" i="0" u="none" strike="noStrike" kern="1000" cap="none" spc="-30" normalizeH="0" baseline="0" dirty="0">
                <a:ln>
                  <a:noFill/>
                </a:ln>
                <a:solidFill>
                  <a:schemeClr val="tx1"/>
                </a:solidFill>
                <a:effectLst/>
                <a:uLnTx/>
                <a:uFillTx/>
                <a:latin typeface="Ericsson Hilda"/>
                <a:ea typeface="+mn-ea"/>
                <a:cs typeface="+mn-cs"/>
              </a:rPr>
              <a:t>MA Americas</a:t>
            </a:r>
          </a:p>
        </p:txBody>
      </p:sp>
      <p:sp>
        <p:nvSpPr>
          <p:cNvPr id="16" name="Cylinder 15">
            <a:extLst>
              <a:ext uri="{FF2B5EF4-FFF2-40B4-BE49-F238E27FC236}">
                <a16:creationId xmlns:a16="http://schemas.microsoft.com/office/drawing/2014/main" id="{5248A339-26D7-4FB9-A1C0-4A76FF4100B1}"/>
              </a:ext>
            </a:extLst>
          </p:cNvPr>
          <p:cNvSpPr/>
          <p:nvPr/>
        </p:nvSpPr>
        <p:spPr bwMode="auto">
          <a:xfrm>
            <a:off x="6428532" y="3524331"/>
            <a:ext cx="860930" cy="493600"/>
          </a:xfrm>
          <a:prstGeom prst="can">
            <a:avLst/>
          </a:prstGeom>
          <a:noFill/>
          <a:ln w="28575"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17" name="TextBox 16">
            <a:extLst>
              <a:ext uri="{FF2B5EF4-FFF2-40B4-BE49-F238E27FC236}">
                <a16:creationId xmlns:a16="http://schemas.microsoft.com/office/drawing/2014/main" id="{DAC990D3-7FBF-420C-B212-7FDBA4086A16}"/>
              </a:ext>
            </a:extLst>
          </p:cNvPr>
          <p:cNvSpPr txBox="1"/>
          <p:nvPr/>
        </p:nvSpPr>
        <p:spPr>
          <a:xfrm>
            <a:off x="6458251" y="3660142"/>
            <a:ext cx="831211" cy="524272"/>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800" b="0" i="0" u="none" strike="noStrike" kern="1000" cap="none" spc="-30" normalizeH="0" baseline="0" noProof="0" dirty="0">
                <a:ln>
                  <a:noFill/>
                </a:ln>
                <a:solidFill>
                  <a:schemeClr val="tx1"/>
                </a:solidFill>
                <a:effectLst/>
                <a:uLnTx/>
                <a:uFillTx/>
                <a:latin typeface="Ericsson Hilda"/>
                <a:ea typeface="+mn-ea"/>
                <a:cs typeface="+mn-cs"/>
              </a:rPr>
              <a:t>Global tracker on PS Regulation</a:t>
            </a:r>
          </a:p>
        </p:txBody>
      </p:sp>
      <p:pic>
        <p:nvPicPr>
          <p:cNvPr id="19" name="Picture 18">
            <a:extLst>
              <a:ext uri="{FF2B5EF4-FFF2-40B4-BE49-F238E27FC236}">
                <a16:creationId xmlns:a16="http://schemas.microsoft.com/office/drawing/2014/main" id="{E9F1C10A-700B-4EAD-81E9-CF6F4381BDEC}"/>
              </a:ext>
            </a:extLst>
          </p:cNvPr>
          <p:cNvPicPr>
            <a:picLocks noChangeAspect="1"/>
          </p:cNvPicPr>
          <p:nvPr/>
        </p:nvPicPr>
        <p:blipFill>
          <a:blip r:embed="rId2"/>
          <a:stretch>
            <a:fillRect/>
          </a:stretch>
        </p:blipFill>
        <p:spPr>
          <a:xfrm>
            <a:off x="2384035" y="3388280"/>
            <a:ext cx="773380" cy="971550"/>
          </a:xfrm>
          <a:prstGeom prst="rect">
            <a:avLst/>
          </a:prstGeom>
        </p:spPr>
      </p:pic>
      <p:sp>
        <p:nvSpPr>
          <p:cNvPr id="22" name="TextBox 21">
            <a:extLst>
              <a:ext uri="{FF2B5EF4-FFF2-40B4-BE49-F238E27FC236}">
                <a16:creationId xmlns:a16="http://schemas.microsoft.com/office/drawing/2014/main" id="{2C29648F-1079-49B3-8DC5-6D34E777D57E}"/>
              </a:ext>
            </a:extLst>
          </p:cNvPr>
          <p:cNvSpPr txBox="1"/>
          <p:nvPr/>
        </p:nvSpPr>
        <p:spPr>
          <a:xfrm>
            <a:off x="1308811" y="3390038"/>
            <a:ext cx="1016391" cy="666750"/>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000" kern="1000" spc="-30" dirty="0">
                <a:solidFill>
                  <a:schemeClr val="tx1"/>
                </a:solidFill>
                <a:latin typeface="Ericsson Hilda"/>
                <a:ea typeface="+mn-ea"/>
                <a:cs typeface="+mn-cs"/>
              </a:rPr>
              <a:t>Presenting on GFTL PS site which regulation (with relevance for product security) we consider.</a:t>
            </a:r>
            <a:endParaRPr kumimoji="0" lang="en-US" sz="1000" b="0" i="0" u="none" strike="noStrike" kern="1000" cap="none" spc="-30" normalizeH="0" baseline="0" noProof="0" dirty="0">
              <a:ln>
                <a:noFill/>
              </a:ln>
              <a:solidFill>
                <a:schemeClr val="tx1"/>
              </a:solidFill>
              <a:effectLst/>
              <a:uLnTx/>
              <a:uFillTx/>
              <a:latin typeface="Ericsson Hilda"/>
              <a:ea typeface="+mn-ea"/>
              <a:cs typeface="+mn-cs"/>
            </a:endParaRPr>
          </a:p>
        </p:txBody>
      </p:sp>
      <p:cxnSp>
        <p:nvCxnSpPr>
          <p:cNvPr id="26" name="Connector: Elbow 25">
            <a:extLst>
              <a:ext uri="{FF2B5EF4-FFF2-40B4-BE49-F238E27FC236}">
                <a16:creationId xmlns:a16="http://schemas.microsoft.com/office/drawing/2014/main" id="{446E0699-2CBC-4769-9D2C-27936FA92DF5}"/>
              </a:ext>
            </a:extLst>
          </p:cNvPr>
          <p:cNvCxnSpPr>
            <a:cxnSpLocks/>
            <a:stCxn id="4" idx="2"/>
            <a:endCxn id="50" idx="0"/>
          </p:cNvCxnSpPr>
          <p:nvPr/>
        </p:nvCxnSpPr>
        <p:spPr bwMode="auto">
          <a:xfrm rot="16200000" flipH="1">
            <a:off x="3782258" y="782071"/>
            <a:ext cx="711724" cy="4462123"/>
          </a:xfrm>
          <a:prstGeom prst="bentConnector3">
            <a:avLst/>
          </a:prstGeom>
          <a:solidFill>
            <a:schemeClr val="accent1"/>
          </a:solidFill>
          <a:ln w="12700" cap="flat" cmpd="sng" algn="ctr">
            <a:solidFill>
              <a:schemeClr val="tx1"/>
            </a:solidFill>
            <a:prstDash val="solid"/>
            <a:round/>
            <a:headEnd type="none" w="med" len="med"/>
            <a:tailEnd type="none"/>
          </a:ln>
          <a:effectLst/>
        </p:spPr>
      </p:cxnSp>
      <p:cxnSp>
        <p:nvCxnSpPr>
          <p:cNvPr id="32" name="Connector: Elbow 31">
            <a:extLst>
              <a:ext uri="{FF2B5EF4-FFF2-40B4-BE49-F238E27FC236}">
                <a16:creationId xmlns:a16="http://schemas.microsoft.com/office/drawing/2014/main" id="{348BB674-B8B1-41D1-9428-E9BF71CDA760}"/>
              </a:ext>
            </a:extLst>
          </p:cNvPr>
          <p:cNvCxnSpPr>
            <a:cxnSpLocks/>
            <a:stCxn id="31" idx="2"/>
            <a:endCxn id="50" idx="0"/>
          </p:cNvCxnSpPr>
          <p:nvPr/>
        </p:nvCxnSpPr>
        <p:spPr bwMode="auto">
          <a:xfrm rot="16200000" flipH="1">
            <a:off x="5166201" y="2166014"/>
            <a:ext cx="716796" cy="1689166"/>
          </a:xfrm>
          <a:prstGeom prst="bentConnector3">
            <a:avLst>
              <a:gd name="adj1" fmla="val 50000"/>
            </a:avLst>
          </a:prstGeom>
          <a:solidFill>
            <a:schemeClr val="accent1"/>
          </a:solidFill>
          <a:ln w="12700" cap="flat" cmpd="sng" algn="ctr">
            <a:solidFill>
              <a:schemeClr val="tx1"/>
            </a:solidFill>
            <a:prstDash val="solid"/>
            <a:round/>
            <a:headEnd type="none" w="med" len="med"/>
            <a:tailEnd type="none"/>
          </a:ln>
          <a:effectLst/>
        </p:spPr>
      </p:cxnSp>
      <p:sp>
        <p:nvSpPr>
          <p:cNvPr id="35" name="TextBox 34">
            <a:extLst>
              <a:ext uri="{FF2B5EF4-FFF2-40B4-BE49-F238E27FC236}">
                <a16:creationId xmlns:a16="http://schemas.microsoft.com/office/drawing/2014/main" id="{A66FD324-E6CF-4C19-B1A5-C85B8E17E5AD}"/>
              </a:ext>
            </a:extLst>
          </p:cNvPr>
          <p:cNvSpPr txBox="1"/>
          <p:nvPr/>
        </p:nvSpPr>
        <p:spPr>
          <a:xfrm>
            <a:off x="3134570" y="4823399"/>
            <a:ext cx="1918754" cy="794543"/>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100" kern="1000" spc="-30" dirty="0">
                <a:solidFill>
                  <a:schemeClr val="tx1"/>
                </a:solidFill>
                <a:latin typeface="Ericsson Hilda"/>
                <a:ea typeface="+mn-ea"/>
                <a:cs typeface="+mn-cs"/>
              </a:rPr>
              <a:t>R</a:t>
            </a:r>
            <a:r>
              <a:rPr kumimoji="0" lang="en-US" sz="1100" b="0" i="0" u="none" strike="noStrike" kern="1000" cap="none" spc="-30" normalizeH="0" baseline="0" dirty="0">
                <a:ln>
                  <a:noFill/>
                </a:ln>
                <a:solidFill>
                  <a:schemeClr val="tx1"/>
                </a:solidFill>
                <a:effectLst/>
                <a:uLnTx/>
                <a:uFillTx/>
                <a:latin typeface="Ericsson Hilda"/>
                <a:ea typeface="+mn-ea"/>
                <a:cs typeface="+mn-cs"/>
              </a:rPr>
              <a:t>egulation deemed of </a:t>
            </a:r>
            <a:r>
              <a:rPr lang="en-US" sz="1100" kern="1000" spc="-30" dirty="0">
                <a:solidFill>
                  <a:schemeClr val="tx1"/>
                </a:solidFill>
                <a:latin typeface="Ericsson Hilda"/>
                <a:ea typeface="+mn-ea"/>
                <a:cs typeface="+mn-cs"/>
              </a:rPr>
              <a:t>high interest, for instance EO14028, EU CRA, UK TSA/CoP etc.</a:t>
            </a:r>
          </a:p>
          <a:p>
            <a:pPr marR="0" algn="l" defTabSz="914400" rtl="0" eaLnBrk="1" fontAlgn="base" latinLnBrk="0" hangingPunct="1">
              <a:lnSpc>
                <a:spcPct val="100000"/>
              </a:lnSpc>
              <a:spcBef>
                <a:spcPts val="800"/>
              </a:spcBef>
              <a:spcAft>
                <a:spcPct val="0"/>
              </a:spcAft>
              <a:buClrTx/>
              <a:buSzTx/>
              <a:tabLst/>
            </a:pPr>
            <a:r>
              <a:rPr kumimoji="0" lang="en-US" sz="1100" b="0" i="0" u="none" strike="noStrike" kern="1000" cap="none" spc="-30" normalizeH="0" baseline="0" dirty="0">
                <a:ln>
                  <a:noFill/>
                </a:ln>
                <a:solidFill>
                  <a:schemeClr val="tx1"/>
                </a:solidFill>
                <a:effectLst/>
                <a:uLnTx/>
                <a:uFillTx/>
                <a:latin typeface="Ericsson Hilda"/>
                <a:ea typeface="+mn-ea"/>
                <a:cs typeface="+mn-cs"/>
              </a:rPr>
              <a:t>Separate project/TEAMS site. Result also stored in regional and global  Product Security Regulation TEAMS site.</a:t>
            </a:r>
          </a:p>
        </p:txBody>
      </p:sp>
      <p:sp>
        <p:nvSpPr>
          <p:cNvPr id="36" name="Rectangle: Rounded Corners 35">
            <a:extLst>
              <a:ext uri="{FF2B5EF4-FFF2-40B4-BE49-F238E27FC236}">
                <a16:creationId xmlns:a16="http://schemas.microsoft.com/office/drawing/2014/main" id="{222CC076-6B99-4365-B3A6-85DE00AA3629}"/>
              </a:ext>
            </a:extLst>
          </p:cNvPr>
          <p:cNvSpPr/>
          <p:nvPr/>
        </p:nvSpPr>
        <p:spPr bwMode="auto">
          <a:xfrm>
            <a:off x="5411576" y="4804349"/>
            <a:ext cx="1914525" cy="1429938"/>
          </a:xfrm>
          <a:prstGeom prst="roundRect">
            <a:avLst/>
          </a:prstGeom>
          <a:no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37" name="TextBox 36">
            <a:extLst>
              <a:ext uri="{FF2B5EF4-FFF2-40B4-BE49-F238E27FC236}">
                <a16:creationId xmlns:a16="http://schemas.microsoft.com/office/drawing/2014/main" id="{1266B961-3098-4E5D-B221-F9813DA90BFA}"/>
              </a:ext>
            </a:extLst>
          </p:cNvPr>
          <p:cNvSpPr txBox="1"/>
          <p:nvPr/>
        </p:nvSpPr>
        <p:spPr>
          <a:xfrm>
            <a:off x="5411576" y="4823399"/>
            <a:ext cx="1918754" cy="794543"/>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100" kern="1000" spc="-30" dirty="0">
                <a:solidFill>
                  <a:schemeClr val="tx1"/>
                </a:solidFill>
                <a:latin typeface="Ericsson Hilda"/>
                <a:ea typeface="+mn-ea"/>
                <a:cs typeface="+mn-cs"/>
              </a:rPr>
              <a:t>R</a:t>
            </a:r>
            <a:r>
              <a:rPr kumimoji="0" lang="en-US" sz="1100" b="0" i="0" u="none" strike="noStrike" kern="1000" cap="none" spc="-30" normalizeH="0" baseline="0" dirty="0">
                <a:ln>
                  <a:noFill/>
                </a:ln>
                <a:solidFill>
                  <a:schemeClr val="tx1"/>
                </a:solidFill>
                <a:effectLst/>
                <a:uLnTx/>
                <a:uFillTx/>
                <a:latin typeface="Ericsson Hilda"/>
                <a:ea typeface="+mn-ea"/>
                <a:cs typeface="+mn-cs"/>
              </a:rPr>
              <a:t>egulation deemed of </a:t>
            </a:r>
            <a:r>
              <a:rPr lang="en-US" sz="1100" kern="1000" spc="-30" dirty="0">
                <a:solidFill>
                  <a:schemeClr val="tx1"/>
                </a:solidFill>
                <a:latin typeface="Ericsson Hilda"/>
                <a:ea typeface="+mn-ea"/>
                <a:cs typeface="+mn-cs"/>
              </a:rPr>
              <a:t>interest or needs a first evaluation.</a:t>
            </a:r>
          </a:p>
          <a:p>
            <a:pPr marR="0" algn="l" defTabSz="914400" rtl="0" eaLnBrk="1" fontAlgn="base" latinLnBrk="0" hangingPunct="1">
              <a:lnSpc>
                <a:spcPct val="100000"/>
              </a:lnSpc>
              <a:spcBef>
                <a:spcPts val="800"/>
              </a:spcBef>
              <a:spcAft>
                <a:spcPct val="0"/>
              </a:spcAft>
              <a:buClrTx/>
              <a:buSzTx/>
              <a:tabLst/>
            </a:pPr>
            <a:r>
              <a:rPr lang="en-US" sz="1100" kern="1000" spc="-30" dirty="0">
                <a:solidFill>
                  <a:schemeClr val="tx1"/>
                </a:solidFill>
                <a:latin typeface="Ericsson Hilda"/>
                <a:ea typeface="+mn-ea"/>
                <a:cs typeface="+mn-cs"/>
              </a:rPr>
              <a:t>Utilizing regional Product Security Regulation TEAMS site for smaller project. Export result to global tracker on Product Security Regulation.</a:t>
            </a:r>
          </a:p>
        </p:txBody>
      </p:sp>
      <p:sp>
        <p:nvSpPr>
          <p:cNvPr id="39" name="TextBox 38">
            <a:extLst>
              <a:ext uri="{FF2B5EF4-FFF2-40B4-BE49-F238E27FC236}">
                <a16:creationId xmlns:a16="http://schemas.microsoft.com/office/drawing/2014/main" id="{080C3388-8C1F-4282-9EF2-0B80A120B64E}"/>
              </a:ext>
            </a:extLst>
          </p:cNvPr>
          <p:cNvSpPr txBox="1"/>
          <p:nvPr/>
        </p:nvSpPr>
        <p:spPr>
          <a:xfrm>
            <a:off x="2529479" y="1991617"/>
            <a:ext cx="706154" cy="467125"/>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700" b="0" i="0" u="none" strike="noStrike" kern="1000" cap="none" spc="-30" normalizeH="0" baseline="0" noProof="0" dirty="0">
                <a:ln>
                  <a:noFill/>
                </a:ln>
                <a:solidFill>
                  <a:schemeClr val="tx1"/>
                </a:solidFill>
                <a:effectLst/>
                <a:uLnTx/>
                <a:uFillTx/>
                <a:latin typeface="Ericsson Hilda"/>
                <a:ea typeface="+mn-ea"/>
                <a:cs typeface="+mn-cs"/>
              </a:rPr>
              <a:t>MA “tracker”  PS Regulations</a:t>
            </a:r>
          </a:p>
        </p:txBody>
      </p:sp>
      <p:cxnSp>
        <p:nvCxnSpPr>
          <p:cNvPr id="47" name="Straight Arrow Connector 46">
            <a:extLst>
              <a:ext uri="{FF2B5EF4-FFF2-40B4-BE49-F238E27FC236}">
                <a16:creationId xmlns:a16="http://schemas.microsoft.com/office/drawing/2014/main" id="{2548ACED-BD87-452B-8A0B-CBDB40139998}"/>
              </a:ext>
            </a:extLst>
          </p:cNvPr>
          <p:cNvCxnSpPr>
            <a:cxnSpLocks/>
          </p:cNvCxnSpPr>
          <p:nvPr/>
        </p:nvCxnSpPr>
        <p:spPr bwMode="auto">
          <a:xfrm flipH="1">
            <a:off x="3578633" y="3776351"/>
            <a:ext cx="1298177" cy="0"/>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51" name="Diamond 50">
            <a:extLst>
              <a:ext uri="{FF2B5EF4-FFF2-40B4-BE49-F238E27FC236}">
                <a16:creationId xmlns:a16="http://schemas.microsoft.com/office/drawing/2014/main" id="{8DC0E65A-0E2E-4CC0-9A72-06DECC8AD636}"/>
              </a:ext>
            </a:extLst>
          </p:cNvPr>
          <p:cNvSpPr/>
          <p:nvPr/>
        </p:nvSpPr>
        <p:spPr bwMode="auto">
          <a:xfrm>
            <a:off x="6081899" y="4266958"/>
            <a:ext cx="573878" cy="409397"/>
          </a:xfrm>
          <a:prstGeom prst="diamond">
            <a:avLst/>
          </a:prstGeom>
          <a:no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cxnSp>
        <p:nvCxnSpPr>
          <p:cNvPr id="53" name="Straight Connector 52">
            <a:extLst>
              <a:ext uri="{FF2B5EF4-FFF2-40B4-BE49-F238E27FC236}">
                <a16:creationId xmlns:a16="http://schemas.microsoft.com/office/drawing/2014/main" id="{0300DCE1-5994-4A12-9BCD-A4D78D062101}"/>
              </a:ext>
            </a:extLst>
          </p:cNvPr>
          <p:cNvCxnSpPr>
            <a:cxnSpLocks/>
            <a:stCxn id="50" idx="2"/>
          </p:cNvCxnSpPr>
          <p:nvPr/>
        </p:nvCxnSpPr>
        <p:spPr bwMode="auto">
          <a:xfrm flipH="1">
            <a:off x="6368838" y="4167801"/>
            <a:ext cx="344" cy="99157"/>
          </a:xfrm>
          <a:prstGeom prst="line">
            <a:avLst/>
          </a:prstGeom>
          <a:solidFill>
            <a:schemeClr val="accent1"/>
          </a:solidFill>
          <a:ln w="12700" cap="flat" cmpd="sng" algn="ctr">
            <a:solidFill>
              <a:schemeClr val="tx1"/>
            </a:solidFill>
            <a:prstDash val="solid"/>
            <a:round/>
            <a:headEnd type="none" w="med" len="med"/>
            <a:tailEnd type="none"/>
          </a:ln>
          <a:effectLst/>
        </p:spPr>
      </p:cxnSp>
      <p:cxnSp>
        <p:nvCxnSpPr>
          <p:cNvPr id="55" name="Connector: Elbow 54">
            <a:extLst>
              <a:ext uri="{FF2B5EF4-FFF2-40B4-BE49-F238E27FC236}">
                <a16:creationId xmlns:a16="http://schemas.microsoft.com/office/drawing/2014/main" id="{92F7521B-5097-4C22-9D1E-DD6F81CB75D3}"/>
              </a:ext>
            </a:extLst>
          </p:cNvPr>
          <p:cNvCxnSpPr>
            <a:cxnSpLocks/>
            <a:stCxn id="51" idx="2"/>
            <a:endCxn id="12" idx="0"/>
          </p:cNvCxnSpPr>
          <p:nvPr/>
        </p:nvCxnSpPr>
        <p:spPr bwMode="auto">
          <a:xfrm rot="5400000">
            <a:off x="5166339" y="3601850"/>
            <a:ext cx="127994" cy="2277005"/>
          </a:xfrm>
          <a:prstGeom prst="bentConnector3">
            <a:avLst/>
          </a:prstGeom>
          <a:solidFill>
            <a:schemeClr val="accent1"/>
          </a:solidFill>
          <a:ln w="12700" cap="flat" cmpd="sng" algn="ctr">
            <a:solidFill>
              <a:schemeClr val="tx1"/>
            </a:solidFill>
            <a:prstDash val="solid"/>
            <a:round/>
            <a:headEnd type="none" w="med" len="med"/>
            <a:tailEnd type="none"/>
          </a:ln>
          <a:effectLst/>
        </p:spPr>
      </p:cxnSp>
      <p:cxnSp>
        <p:nvCxnSpPr>
          <p:cNvPr id="57" name="Connector: Elbow 56">
            <a:extLst>
              <a:ext uri="{FF2B5EF4-FFF2-40B4-BE49-F238E27FC236}">
                <a16:creationId xmlns:a16="http://schemas.microsoft.com/office/drawing/2014/main" id="{A2774570-E311-4BED-BB36-C6D45D9720C8}"/>
              </a:ext>
            </a:extLst>
          </p:cNvPr>
          <p:cNvCxnSpPr>
            <a:cxnSpLocks/>
            <a:stCxn id="51" idx="2"/>
            <a:endCxn id="36" idx="0"/>
          </p:cNvCxnSpPr>
          <p:nvPr/>
        </p:nvCxnSpPr>
        <p:spPr bwMode="auto">
          <a:xfrm rot="16200000" flipH="1">
            <a:off x="6304841" y="4740351"/>
            <a:ext cx="127994" cy="1"/>
          </a:xfrm>
          <a:prstGeom prst="bentConnector3">
            <a:avLst/>
          </a:prstGeom>
          <a:solidFill>
            <a:schemeClr val="accent1"/>
          </a:solidFill>
          <a:ln w="12700" cap="flat" cmpd="sng" algn="ctr">
            <a:solidFill>
              <a:schemeClr val="tx1"/>
            </a:solidFill>
            <a:prstDash val="solid"/>
            <a:round/>
            <a:headEnd type="none" w="med" len="med"/>
            <a:tailEnd type="none"/>
          </a:ln>
          <a:effectLst/>
        </p:spPr>
      </p:cxnSp>
      <p:sp>
        <p:nvSpPr>
          <p:cNvPr id="67" name="Rectangle: Rounded Corners 66">
            <a:extLst>
              <a:ext uri="{FF2B5EF4-FFF2-40B4-BE49-F238E27FC236}">
                <a16:creationId xmlns:a16="http://schemas.microsoft.com/office/drawing/2014/main" id="{D38383E5-8E6A-42FB-8D6A-C4367F928CA3}"/>
              </a:ext>
            </a:extLst>
          </p:cNvPr>
          <p:cNvSpPr/>
          <p:nvPr/>
        </p:nvSpPr>
        <p:spPr bwMode="auto">
          <a:xfrm>
            <a:off x="7692811" y="4804349"/>
            <a:ext cx="1914525" cy="1429938"/>
          </a:xfrm>
          <a:prstGeom prst="roundRect">
            <a:avLst/>
          </a:prstGeom>
          <a:noFill/>
          <a:ln w="12700" cap="flat" cmpd="sng" algn="ctr">
            <a:solidFill>
              <a:schemeClr val="tx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68" name="TextBox 67">
            <a:extLst>
              <a:ext uri="{FF2B5EF4-FFF2-40B4-BE49-F238E27FC236}">
                <a16:creationId xmlns:a16="http://schemas.microsoft.com/office/drawing/2014/main" id="{84CB4663-C5EC-433E-B28D-ACBC972DC215}"/>
              </a:ext>
            </a:extLst>
          </p:cNvPr>
          <p:cNvSpPr txBox="1"/>
          <p:nvPr/>
        </p:nvSpPr>
        <p:spPr>
          <a:xfrm>
            <a:off x="7692811" y="4823399"/>
            <a:ext cx="1918754" cy="794543"/>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100" kern="1000" spc="-30" dirty="0">
                <a:solidFill>
                  <a:schemeClr val="tx1"/>
                </a:solidFill>
                <a:latin typeface="Ericsson Hilda"/>
                <a:ea typeface="+mn-ea"/>
                <a:cs typeface="+mn-cs"/>
              </a:rPr>
              <a:t>R</a:t>
            </a:r>
            <a:r>
              <a:rPr kumimoji="0" lang="en-US" sz="1100" b="0" i="0" u="none" strike="noStrike" kern="1000" cap="none" spc="-30" normalizeH="0" baseline="0" dirty="0">
                <a:ln>
                  <a:noFill/>
                </a:ln>
                <a:solidFill>
                  <a:schemeClr val="tx1"/>
                </a:solidFill>
                <a:effectLst/>
                <a:uLnTx/>
                <a:uFillTx/>
                <a:latin typeface="Ericsson Hilda"/>
                <a:ea typeface="+mn-ea"/>
                <a:cs typeface="+mn-cs"/>
              </a:rPr>
              <a:t>egulation deemed of less importance or in waiting mode</a:t>
            </a:r>
            <a:r>
              <a:rPr lang="en-US" sz="1100" kern="1000" spc="-30" dirty="0">
                <a:solidFill>
                  <a:schemeClr val="tx1"/>
                </a:solidFill>
                <a:latin typeface="Ericsson Hilda"/>
                <a:ea typeface="+mn-ea"/>
                <a:cs typeface="+mn-cs"/>
              </a:rPr>
              <a:t>.</a:t>
            </a:r>
          </a:p>
          <a:p>
            <a:pPr marR="0" algn="l" defTabSz="914400" rtl="0" eaLnBrk="1" fontAlgn="base" latinLnBrk="0" hangingPunct="1">
              <a:lnSpc>
                <a:spcPct val="100000"/>
              </a:lnSpc>
              <a:spcBef>
                <a:spcPts val="800"/>
              </a:spcBef>
              <a:spcAft>
                <a:spcPct val="0"/>
              </a:spcAft>
              <a:buClrTx/>
              <a:buSzTx/>
              <a:tabLst/>
            </a:pPr>
            <a:r>
              <a:rPr lang="en-US" sz="1100" kern="1000" spc="-30" dirty="0">
                <a:solidFill>
                  <a:schemeClr val="tx1"/>
                </a:solidFill>
                <a:latin typeface="Ericsson Hilda"/>
                <a:ea typeface="+mn-ea"/>
                <a:cs typeface="+mn-cs"/>
              </a:rPr>
              <a:t>Store basic information on regional Product Security Regulation TEAMS. Export result to global tracker on Product Security Regulation.</a:t>
            </a:r>
          </a:p>
        </p:txBody>
      </p:sp>
      <p:cxnSp>
        <p:nvCxnSpPr>
          <p:cNvPr id="72" name="Connector: Elbow 71">
            <a:extLst>
              <a:ext uri="{FF2B5EF4-FFF2-40B4-BE49-F238E27FC236}">
                <a16:creationId xmlns:a16="http://schemas.microsoft.com/office/drawing/2014/main" id="{C27174DD-16C2-4287-A933-D5A852F80CCF}"/>
              </a:ext>
            </a:extLst>
          </p:cNvPr>
          <p:cNvCxnSpPr>
            <a:cxnSpLocks/>
            <a:stCxn id="51" idx="2"/>
            <a:endCxn id="67" idx="0"/>
          </p:cNvCxnSpPr>
          <p:nvPr/>
        </p:nvCxnSpPr>
        <p:spPr bwMode="auto">
          <a:xfrm rot="16200000" flipH="1">
            <a:off x="7445459" y="3599734"/>
            <a:ext cx="127994" cy="2281236"/>
          </a:xfrm>
          <a:prstGeom prst="bentConnector3">
            <a:avLst/>
          </a:prstGeom>
          <a:solidFill>
            <a:schemeClr val="accent1"/>
          </a:solidFill>
          <a:ln w="12700" cap="flat" cmpd="sng" algn="ctr">
            <a:solidFill>
              <a:schemeClr val="tx1"/>
            </a:solidFill>
            <a:prstDash val="solid"/>
            <a:round/>
            <a:headEnd type="none" w="med" len="med"/>
            <a:tailEnd type="none"/>
          </a:ln>
          <a:effectLst/>
        </p:spPr>
      </p:cxnSp>
      <p:sp>
        <p:nvSpPr>
          <p:cNvPr id="74" name="Rectangle: Rounded Corners 73">
            <a:extLst>
              <a:ext uri="{FF2B5EF4-FFF2-40B4-BE49-F238E27FC236}">
                <a16:creationId xmlns:a16="http://schemas.microsoft.com/office/drawing/2014/main" id="{A540EC55-18CD-42F7-99F1-3BCE75DF3EB8}"/>
              </a:ext>
            </a:extLst>
          </p:cNvPr>
          <p:cNvSpPr/>
          <p:nvPr/>
        </p:nvSpPr>
        <p:spPr bwMode="auto">
          <a:xfrm>
            <a:off x="2565646" y="1944790"/>
            <a:ext cx="591314" cy="638282"/>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cxnSp>
        <p:nvCxnSpPr>
          <p:cNvPr id="98" name="Connector: Elbow 97">
            <a:extLst>
              <a:ext uri="{FF2B5EF4-FFF2-40B4-BE49-F238E27FC236}">
                <a16:creationId xmlns:a16="http://schemas.microsoft.com/office/drawing/2014/main" id="{836FD94F-139F-4342-808C-4D597C39A6EC}"/>
              </a:ext>
            </a:extLst>
          </p:cNvPr>
          <p:cNvCxnSpPr>
            <a:cxnSpLocks/>
            <a:stCxn id="45" idx="2"/>
            <a:endCxn id="50" idx="0"/>
          </p:cNvCxnSpPr>
          <p:nvPr/>
        </p:nvCxnSpPr>
        <p:spPr bwMode="auto">
          <a:xfrm rot="5400000">
            <a:off x="6560981" y="2463072"/>
            <a:ext cx="714124" cy="1097722"/>
          </a:xfrm>
          <a:prstGeom prst="bentConnector3">
            <a:avLst>
              <a:gd name="adj1" fmla="val 50000"/>
            </a:avLst>
          </a:prstGeom>
          <a:solidFill>
            <a:schemeClr val="accent1"/>
          </a:solidFill>
          <a:ln w="12700" cap="flat" cmpd="sng" algn="ctr">
            <a:solidFill>
              <a:schemeClr val="tx1"/>
            </a:solidFill>
            <a:prstDash val="solid"/>
            <a:round/>
            <a:headEnd type="none" w="med" len="med"/>
            <a:tailEnd type="none"/>
          </a:ln>
          <a:effectLst/>
        </p:spPr>
      </p:cxnSp>
      <p:cxnSp>
        <p:nvCxnSpPr>
          <p:cNvPr id="104" name="Connector: Elbow 103">
            <a:extLst>
              <a:ext uri="{FF2B5EF4-FFF2-40B4-BE49-F238E27FC236}">
                <a16:creationId xmlns:a16="http://schemas.microsoft.com/office/drawing/2014/main" id="{9B459862-C5F9-4A82-A448-D27F7F23968A}"/>
              </a:ext>
            </a:extLst>
          </p:cNvPr>
          <p:cNvCxnSpPr>
            <a:cxnSpLocks/>
            <a:stCxn id="61" idx="2"/>
            <a:endCxn id="50" idx="0"/>
          </p:cNvCxnSpPr>
          <p:nvPr/>
        </p:nvCxnSpPr>
        <p:spPr bwMode="auto">
          <a:xfrm rot="5400000">
            <a:off x="7956393" y="1069499"/>
            <a:ext cx="712286" cy="3886707"/>
          </a:xfrm>
          <a:prstGeom prst="bentConnector3">
            <a:avLst>
              <a:gd name="adj1" fmla="val 50000"/>
            </a:avLst>
          </a:prstGeom>
          <a:solidFill>
            <a:schemeClr val="accent1"/>
          </a:solidFill>
          <a:ln w="12700" cap="flat" cmpd="sng" algn="ctr">
            <a:solidFill>
              <a:schemeClr val="tx1"/>
            </a:solidFill>
            <a:prstDash val="solid"/>
            <a:round/>
            <a:headEnd type="none" w="med" len="med"/>
            <a:tailEnd type="none"/>
          </a:ln>
          <a:effectLst/>
        </p:spPr>
      </p:cxnSp>
      <p:sp>
        <p:nvSpPr>
          <p:cNvPr id="49" name="TextBox 48">
            <a:extLst>
              <a:ext uri="{FF2B5EF4-FFF2-40B4-BE49-F238E27FC236}">
                <a16:creationId xmlns:a16="http://schemas.microsoft.com/office/drawing/2014/main" id="{AA475102-67BB-4F77-95C0-C60C165EAAC3}"/>
              </a:ext>
            </a:extLst>
          </p:cNvPr>
          <p:cNvSpPr txBox="1"/>
          <p:nvPr/>
        </p:nvSpPr>
        <p:spPr>
          <a:xfrm>
            <a:off x="5337439" y="3524331"/>
            <a:ext cx="1158783" cy="666750"/>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1000" kern="1000" spc="-30" dirty="0">
                <a:solidFill>
                  <a:schemeClr val="tx1"/>
                </a:solidFill>
                <a:latin typeface="Ericsson Hilda"/>
                <a:ea typeface="+mn-ea"/>
                <a:cs typeface="+mn-cs"/>
              </a:rPr>
              <a:t>Product Security Regulatory Core Team meeting</a:t>
            </a:r>
            <a:endParaRPr kumimoji="0" lang="en-US" sz="1000" b="0" i="0" u="none" strike="noStrike" kern="1000" cap="none" spc="-30" normalizeH="0" baseline="0" noProof="0" dirty="0">
              <a:ln>
                <a:noFill/>
              </a:ln>
              <a:solidFill>
                <a:schemeClr val="tx1"/>
              </a:solidFill>
              <a:effectLst/>
              <a:uLnTx/>
              <a:uFillTx/>
              <a:latin typeface="Ericsson Hilda"/>
              <a:ea typeface="+mn-ea"/>
              <a:cs typeface="+mn-cs"/>
            </a:endParaRPr>
          </a:p>
        </p:txBody>
      </p:sp>
      <p:sp>
        <p:nvSpPr>
          <p:cNvPr id="50" name="Rectangle: Rounded Corners 49">
            <a:extLst>
              <a:ext uri="{FF2B5EF4-FFF2-40B4-BE49-F238E27FC236}">
                <a16:creationId xmlns:a16="http://schemas.microsoft.com/office/drawing/2014/main" id="{9C189BA3-923C-4E58-9EA1-5904FAC0F070}"/>
              </a:ext>
            </a:extLst>
          </p:cNvPr>
          <p:cNvSpPr/>
          <p:nvPr/>
        </p:nvSpPr>
        <p:spPr bwMode="auto">
          <a:xfrm>
            <a:off x="5337439" y="3368995"/>
            <a:ext cx="2063486" cy="798806"/>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18" name="TextBox 17">
            <a:extLst>
              <a:ext uri="{FF2B5EF4-FFF2-40B4-BE49-F238E27FC236}">
                <a16:creationId xmlns:a16="http://schemas.microsoft.com/office/drawing/2014/main" id="{E7293718-B152-1DB7-013E-BCF18C44964F}"/>
              </a:ext>
            </a:extLst>
          </p:cNvPr>
          <p:cNvSpPr txBox="1"/>
          <p:nvPr/>
        </p:nvSpPr>
        <p:spPr>
          <a:xfrm>
            <a:off x="654725" y="1991617"/>
            <a:ext cx="942711" cy="467125"/>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800" b="1" i="0" u="none" strike="noStrike" kern="1000" cap="none" spc="-30" normalizeH="0" baseline="0" noProof="0" dirty="0">
                <a:ln>
                  <a:noFill/>
                </a:ln>
                <a:solidFill>
                  <a:schemeClr val="tx1"/>
                </a:solidFill>
                <a:effectLst/>
                <a:uLnTx/>
                <a:uFillTx/>
                <a:latin typeface="Ericsson Hilda"/>
                <a:ea typeface="+mn-ea"/>
                <a:cs typeface="+mn-cs"/>
              </a:rPr>
              <a:t>US/Canda   meeting on            PS Regulation</a:t>
            </a:r>
          </a:p>
        </p:txBody>
      </p:sp>
      <p:sp>
        <p:nvSpPr>
          <p:cNvPr id="20" name="Rectangle: Rounded Corners 19">
            <a:extLst>
              <a:ext uri="{FF2B5EF4-FFF2-40B4-BE49-F238E27FC236}">
                <a16:creationId xmlns:a16="http://schemas.microsoft.com/office/drawing/2014/main" id="{8A61E2B2-94A3-A9F5-84AB-53282A8C1CC0}"/>
              </a:ext>
            </a:extLst>
          </p:cNvPr>
          <p:cNvSpPr/>
          <p:nvPr/>
        </p:nvSpPr>
        <p:spPr bwMode="auto">
          <a:xfrm>
            <a:off x="654725" y="1944790"/>
            <a:ext cx="888115" cy="638282"/>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21" name="TextBox 20">
            <a:extLst>
              <a:ext uri="{FF2B5EF4-FFF2-40B4-BE49-F238E27FC236}">
                <a16:creationId xmlns:a16="http://schemas.microsoft.com/office/drawing/2014/main" id="{B46EB41D-A5C3-CAE5-BE3B-ECDE7321E0A4}"/>
              </a:ext>
            </a:extLst>
          </p:cNvPr>
          <p:cNvSpPr txBox="1"/>
          <p:nvPr/>
        </p:nvSpPr>
        <p:spPr>
          <a:xfrm>
            <a:off x="1633603" y="1991617"/>
            <a:ext cx="843943" cy="467125"/>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lang="en-US" sz="800" b="1" kern="1000" spc="-30" dirty="0">
                <a:solidFill>
                  <a:schemeClr val="tx1"/>
                </a:solidFill>
                <a:latin typeface="Ericsson Hilda"/>
                <a:ea typeface="+mn-ea"/>
                <a:cs typeface="+mn-cs"/>
              </a:rPr>
              <a:t>Latin</a:t>
            </a:r>
            <a:r>
              <a:rPr kumimoji="0" lang="en-US" sz="800" b="1" i="0" u="none" strike="noStrike" kern="1000" cap="none" spc="-30" normalizeH="0" baseline="0" noProof="0" dirty="0">
                <a:ln>
                  <a:noFill/>
                </a:ln>
                <a:solidFill>
                  <a:schemeClr val="tx1"/>
                </a:solidFill>
                <a:effectLst/>
                <a:uLnTx/>
                <a:uFillTx/>
                <a:latin typeface="Ericsson Hilda"/>
                <a:ea typeface="+mn-ea"/>
                <a:cs typeface="+mn-cs"/>
              </a:rPr>
              <a:t> America meeting on        PS Regulation</a:t>
            </a:r>
          </a:p>
        </p:txBody>
      </p:sp>
      <p:sp>
        <p:nvSpPr>
          <p:cNvPr id="23" name="Rectangle: Rounded Corners 22">
            <a:extLst>
              <a:ext uri="{FF2B5EF4-FFF2-40B4-BE49-F238E27FC236}">
                <a16:creationId xmlns:a16="http://schemas.microsoft.com/office/drawing/2014/main" id="{783BD66C-1571-1CFB-3D1D-32329103D9C1}"/>
              </a:ext>
            </a:extLst>
          </p:cNvPr>
          <p:cNvSpPr/>
          <p:nvPr/>
        </p:nvSpPr>
        <p:spPr bwMode="auto">
          <a:xfrm>
            <a:off x="1650759" y="1944790"/>
            <a:ext cx="816987" cy="638282"/>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31" name="Rectangle: Rounded Corners 30">
            <a:extLst>
              <a:ext uri="{FF2B5EF4-FFF2-40B4-BE49-F238E27FC236}">
                <a16:creationId xmlns:a16="http://schemas.microsoft.com/office/drawing/2014/main" id="{C3706289-8570-2475-8CC9-90D5C461FB61}"/>
              </a:ext>
            </a:extLst>
          </p:cNvPr>
          <p:cNvSpPr/>
          <p:nvPr/>
        </p:nvSpPr>
        <p:spPr bwMode="auto">
          <a:xfrm>
            <a:off x="3361427" y="1604410"/>
            <a:ext cx="2637177" cy="1047789"/>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33" name="Cylinder 32">
            <a:extLst>
              <a:ext uri="{FF2B5EF4-FFF2-40B4-BE49-F238E27FC236}">
                <a16:creationId xmlns:a16="http://schemas.microsoft.com/office/drawing/2014/main" id="{4DD376BD-A349-891F-5456-7288DDF34030}"/>
              </a:ext>
            </a:extLst>
          </p:cNvPr>
          <p:cNvSpPr/>
          <p:nvPr/>
        </p:nvSpPr>
        <p:spPr bwMode="auto">
          <a:xfrm>
            <a:off x="5510498" y="2253695"/>
            <a:ext cx="247523" cy="210369"/>
          </a:xfrm>
          <a:prstGeom prst="can">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34" name="TextBox 33">
            <a:extLst>
              <a:ext uri="{FF2B5EF4-FFF2-40B4-BE49-F238E27FC236}">
                <a16:creationId xmlns:a16="http://schemas.microsoft.com/office/drawing/2014/main" id="{100077F8-309D-3D4D-9CB4-7BBF2B2F1330}"/>
              </a:ext>
            </a:extLst>
          </p:cNvPr>
          <p:cNvSpPr txBox="1"/>
          <p:nvPr/>
        </p:nvSpPr>
        <p:spPr>
          <a:xfrm>
            <a:off x="3427682" y="1651163"/>
            <a:ext cx="2513744" cy="256966"/>
          </a:xfrm>
          <a:prstGeom prst="rect">
            <a:avLst/>
          </a:prstGeom>
        </p:spPr>
        <p:txBody>
          <a:bodyPr vert="horz" wrap="square" lIns="72000" tIns="36000" rIns="72000" bIns="36000" rtlCol="0" anchor="t">
            <a:noAutofit/>
          </a:bodyPr>
          <a:lstStyle/>
          <a:p>
            <a:pPr marR="0" algn="ctr" defTabSz="914400" rtl="0" eaLnBrk="1" fontAlgn="base" latinLnBrk="0" hangingPunct="1">
              <a:lnSpc>
                <a:spcPct val="100000"/>
              </a:lnSpc>
              <a:spcBef>
                <a:spcPts val="800"/>
              </a:spcBef>
              <a:spcAft>
                <a:spcPct val="0"/>
              </a:spcAft>
              <a:buClrTx/>
              <a:buSzTx/>
              <a:tabLst/>
            </a:pPr>
            <a:r>
              <a:rPr kumimoji="0" lang="en-US" sz="1100" b="1" i="0" u="none" strike="noStrike" kern="1000" cap="none" spc="-30" normalizeH="0" baseline="0" dirty="0">
                <a:ln>
                  <a:noFill/>
                </a:ln>
                <a:solidFill>
                  <a:schemeClr val="tx1"/>
                </a:solidFill>
                <a:effectLst/>
                <a:uLnTx/>
                <a:uFillTx/>
                <a:latin typeface="Ericsson Hilda"/>
                <a:ea typeface="+mn-ea"/>
                <a:cs typeface="+mn-cs"/>
              </a:rPr>
              <a:t>MA EMEA</a:t>
            </a:r>
          </a:p>
        </p:txBody>
      </p:sp>
      <p:sp>
        <p:nvSpPr>
          <p:cNvPr id="38" name="TextBox 37">
            <a:extLst>
              <a:ext uri="{FF2B5EF4-FFF2-40B4-BE49-F238E27FC236}">
                <a16:creationId xmlns:a16="http://schemas.microsoft.com/office/drawing/2014/main" id="{07D5B9D3-F001-BCCF-209E-3A3451B25838}"/>
              </a:ext>
            </a:extLst>
          </p:cNvPr>
          <p:cNvSpPr txBox="1"/>
          <p:nvPr/>
        </p:nvSpPr>
        <p:spPr>
          <a:xfrm>
            <a:off x="5302436" y="1986545"/>
            <a:ext cx="706154" cy="467125"/>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700" b="0" i="0" u="none" strike="noStrike" kern="1000" cap="none" spc="-30" normalizeH="0" baseline="0" noProof="0" dirty="0">
                <a:ln>
                  <a:noFill/>
                </a:ln>
                <a:solidFill>
                  <a:schemeClr val="tx1"/>
                </a:solidFill>
                <a:effectLst/>
                <a:uLnTx/>
                <a:uFillTx/>
                <a:latin typeface="Ericsson Hilda"/>
                <a:ea typeface="+mn-ea"/>
                <a:cs typeface="+mn-cs"/>
              </a:rPr>
              <a:t>MA “tracker”  PS Regulations</a:t>
            </a:r>
          </a:p>
        </p:txBody>
      </p:sp>
      <p:sp>
        <p:nvSpPr>
          <p:cNvPr id="40" name="Rectangle: Rounded Corners 39">
            <a:extLst>
              <a:ext uri="{FF2B5EF4-FFF2-40B4-BE49-F238E27FC236}">
                <a16:creationId xmlns:a16="http://schemas.microsoft.com/office/drawing/2014/main" id="{9EA64829-D9A7-7679-764C-5FAD9B551DAD}"/>
              </a:ext>
            </a:extLst>
          </p:cNvPr>
          <p:cNvSpPr/>
          <p:nvPr/>
        </p:nvSpPr>
        <p:spPr bwMode="auto">
          <a:xfrm>
            <a:off x="5338603" y="1939718"/>
            <a:ext cx="591314" cy="638282"/>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41" name="TextBox 40">
            <a:extLst>
              <a:ext uri="{FF2B5EF4-FFF2-40B4-BE49-F238E27FC236}">
                <a16:creationId xmlns:a16="http://schemas.microsoft.com/office/drawing/2014/main" id="{9E57D16F-B6FD-675D-1C1D-B209D622C865}"/>
              </a:ext>
            </a:extLst>
          </p:cNvPr>
          <p:cNvSpPr txBox="1"/>
          <p:nvPr/>
        </p:nvSpPr>
        <p:spPr>
          <a:xfrm>
            <a:off x="3427682" y="1986545"/>
            <a:ext cx="942711" cy="467125"/>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800" b="1" i="0" u="none" strike="noStrike" kern="1000" cap="none" spc="-30" normalizeH="0" baseline="0" noProof="0" dirty="0">
                <a:ln>
                  <a:noFill/>
                </a:ln>
                <a:solidFill>
                  <a:schemeClr val="tx1"/>
                </a:solidFill>
                <a:effectLst/>
                <a:uLnTx/>
                <a:uFillTx/>
                <a:latin typeface="Ericsson Hilda"/>
                <a:ea typeface="+mn-ea"/>
                <a:cs typeface="+mn-cs"/>
              </a:rPr>
              <a:t>EU/EFTA    meeting on            PS Regulation</a:t>
            </a:r>
          </a:p>
        </p:txBody>
      </p:sp>
      <p:sp>
        <p:nvSpPr>
          <p:cNvPr id="42" name="Rectangle: Rounded Corners 41">
            <a:extLst>
              <a:ext uri="{FF2B5EF4-FFF2-40B4-BE49-F238E27FC236}">
                <a16:creationId xmlns:a16="http://schemas.microsoft.com/office/drawing/2014/main" id="{BF96397E-3331-3E7D-DCA1-D44720CE55CD}"/>
              </a:ext>
            </a:extLst>
          </p:cNvPr>
          <p:cNvSpPr/>
          <p:nvPr/>
        </p:nvSpPr>
        <p:spPr bwMode="auto">
          <a:xfrm>
            <a:off x="3427682" y="1939718"/>
            <a:ext cx="888115" cy="638282"/>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43" name="TextBox 42">
            <a:extLst>
              <a:ext uri="{FF2B5EF4-FFF2-40B4-BE49-F238E27FC236}">
                <a16:creationId xmlns:a16="http://schemas.microsoft.com/office/drawing/2014/main" id="{28AD127E-AF8C-3CAF-6185-C36AA0984D10}"/>
              </a:ext>
            </a:extLst>
          </p:cNvPr>
          <p:cNvSpPr txBox="1"/>
          <p:nvPr/>
        </p:nvSpPr>
        <p:spPr>
          <a:xfrm>
            <a:off x="4406560" y="1986545"/>
            <a:ext cx="843943" cy="467125"/>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800" b="1" i="0" u="none" strike="noStrike" kern="1000" cap="none" spc="-30" normalizeH="0" baseline="0" noProof="0" dirty="0">
                <a:ln>
                  <a:noFill/>
                </a:ln>
                <a:solidFill>
                  <a:schemeClr val="tx1"/>
                </a:solidFill>
                <a:effectLst/>
                <a:uLnTx/>
                <a:uFillTx/>
                <a:latin typeface="Ericsson Hilda"/>
                <a:ea typeface="+mn-ea"/>
                <a:cs typeface="+mn-cs"/>
              </a:rPr>
              <a:t>MEA         meeting on        PS Regulation</a:t>
            </a:r>
          </a:p>
        </p:txBody>
      </p:sp>
      <p:sp>
        <p:nvSpPr>
          <p:cNvPr id="44" name="Rectangle: Rounded Corners 43">
            <a:extLst>
              <a:ext uri="{FF2B5EF4-FFF2-40B4-BE49-F238E27FC236}">
                <a16:creationId xmlns:a16="http://schemas.microsoft.com/office/drawing/2014/main" id="{1E62656D-9CE5-F47A-DBF6-0408CAF74F05}"/>
              </a:ext>
            </a:extLst>
          </p:cNvPr>
          <p:cNvSpPr/>
          <p:nvPr/>
        </p:nvSpPr>
        <p:spPr bwMode="auto">
          <a:xfrm>
            <a:off x="4423716" y="1939718"/>
            <a:ext cx="816987" cy="638282"/>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45" name="Rectangle: Rounded Corners 44">
            <a:extLst>
              <a:ext uri="{FF2B5EF4-FFF2-40B4-BE49-F238E27FC236}">
                <a16:creationId xmlns:a16="http://schemas.microsoft.com/office/drawing/2014/main" id="{94013615-F7E4-FCB0-12A0-1CD0780E8E5A}"/>
              </a:ext>
            </a:extLst>
          </p:cNvPr>
          <p:cNvSpPr/>
          <p:nvPr/>
        </p:nvSpPr>
        <p:spPr bwMode="auto">
          <a:xfrm>
            <a:off x="6148315" y="1607082"/>
            <a:ext cx="2637177" cy="1047789"/>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46" name="Cylinder 45">
            <a:extLst>
              <a:ext uri="{FF2B5EF4-FFF2-40B4-BE49-F238E27FC236}">
                <a16:creationId xmlns:a16="http://schemas.microsoft.com/office/drawing/2014/main" id="{4C616079-1866-FC1F-EA75-45F21A49CFE8}"/>
              </a:ext>
            </a:extLst>
          </p:cNvPr>
          <p:cNvSpPr/>
          <p:nvPr/>
        </p:nvSpPr>
        <p:spPr bwMode="auto">
          <a:xfrm>
            <a:off x="8297386" y="2256367"/>
            <a:ext cx="247523" cy="210369"/>
          </a:xfrm>
          <a:prstGeom prst="can">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48" name="TextBox 47">
            <a:extLst>
              <a:ext uri="{FF2B5EF4-FFF2-40B4-BE49-F238E27FC236}">
                <a16:creationId xmlns:a16="http://schemas.microsoft.com/office/drawing/2014/main" id="{3E6E518F-51FA-016C-4E18-53827CBEAC1B}"/>
              </a:ext>
            </a:extLst>
          </p:cNvPr>
          <p:cNvSpPr txBox="1"/>
          <p:nvPr/>
        </p:nvSpPr>
        <p:spPr>
          <a:xfrm>
            <a:off x="6214570" y="1653835"/>
            <a:ext cx="2513744" cy="256966"/>
          </a:xfrm>
          <a:prstGeom prst="rect">
            <a:avLst/>
          </a:prstGeom>
        </p:spPr>
        <p:txBody>
          <a:bodyPr vert="horz" wrap="square" lIns="72000" tIns="36000" rIns="72000" bIns="36000" rtlCol="0" anchor="t">
            <a:noAutofit/>
          </a:bodyPr>
          <a:lstStyle/>
          <a:p>
            <a:pPr marR="0" algn="ctr" defTabSz="914400" rtl="0" eaLnBrk="1" fontAlgn="base" latinLnBrk="0" hangingPunct="1">
              <a:lnSpc>
                <a:spcPct val="100000"/>
              </a:lnSpc>
              <a:spcBef>
                <a:spcPts val="800"/>
              </a:spcBef>
              <a:spcAft>
                <a:spcPct val="0"/>
              </a:spcAft>
              <a:buClrTx/>
              <a:buSzTx/>
              <a:tabLst/>
            </a:pPr>
            <a:r>
              <a:rPr kumimoji="0" lang="en-US" sz="1100" b="1" i="0" u="none" strike="noStrike" kern="1000" cap="none" spc="-30" normalizeH="0" baseline="0" dirty="0">
                <a:ln>
                  <a:noFill/>
                </a:ln>
                <a:solidFill>
                  <a:schemeClr val="tx1"/>
                </a:solidFill>
                <a:effectLst/>
                <a:uLnTx/>
                <a:uFillTx/>
                <a:latin typeface="Ericsson Hilda"/>
                <a:ea typeface="+mn-ea"/>
                <a:cs typeface="+mn-cs"/>
              </a:rPr>
              <a:t>MA South East Asia Oceania &amp; India</a:t>
            </a:r>
          </a:p>
        </p:txBody>
      </p:sp>
      <p:sp>
        <p:nvSpPr>
          <p:cNvPr id="52" name="TextBox 51">
            <a:extLst>
              <a:ext uri="{FF2B5EF4-FFF2-40B4-BE49-F238E27FC236}">
                <a16:creationId xmlns:a16="http://schemas.microsoft.com/office/drawing/2014/main" id="{29F9820E-4391-2BDE-34BD-47B68DDE7B7A}"/>
              </a:ext>
            </a:extLst>
          </p:cNvPr>
          <p:cNvSpPr txBox="1"/>
          <p:nvPr/>
        </p:nvSpPr>
        <p:spPr>
          <a:xfrm>
            <a:off x="8089324" y="1989217"/>
            <a:ext cx="706154" cy="467125"/>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700" b="0" i="0" u="none" strike="noStrike" kern="1000" cap="none" spc="-30" normalizeH="0" baseline="0" noProof="0" dirty="0">
                <a:ln>
                  <a:noFill/>
                </a:ln>
                <a:solidFill>
                  <a:schemeClr val="tx1"/>
                </a:solidFill>
                <a:effectLst/>
                <a:uLnTx/>
                <a:uFillTx/>
                <a:latin typeface="Ericsson Hilda"/>
                <a:ea typeface="+mn-ea"/>
                <a:cs typeface="+mn-cs"/>
              </a:rPr>
              <a:t>MA “tracker”  PS Regulations</a:t>
            </a:r>
          </a:p>
        </p:txBody>
      </p:sp>
      <p:sp>
        <p:nvSpPr>
          <p:cNvPr id="54" name="Rectangle: Rounded Corners 53">
            <a:extLst>
              <a:ext uri="{FF2B5EF4-FFF2-40B4-BE49-F238E27FC236}">
                <a16:creationId xmlns:a16="http://schemas.microsoft.com/office/drawing/2014/main" id="{3DC85DDE-9B9B-C38E-0CA7-AD69F2ABABC5}"/>
              </a:ext>
            </a:extLst>
          </p:cNvPr>
          <p:cNvSpPr/>
          <p:nvPr/>
        </p:nvSpPr>
        <p:spPr bwMode="auto">
          <a:xfrm>
            <a:off x="8125491" y="1942390"/>
            <a:ext cx="591314" cy="638282"/>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56" name="TextBox 55">
            <a:extLst>
              <a:ext uri="{FF2B5EF4-FFF2-40B4-BE49-F238E27FC236}">
                <a16:creationId xmlns:a16="http://schemas.microsoft.com/office/drawing/2014/main" id="{98C13D5B-29A7-EE17-E71A-A21ADFF4B883}"/>
              </a:ext>
            </a:extLst>
          </p:cNvPr>
          <p:cNvSpPr txBox="1"/>
          <p:nvPr/>
        </p:nvSpPr>
        <p:spPr>
          <a:xfrm>
            <a:off x="6381959" y="1989217"/>
            <a:ext cx="1478241" cy="467125"/>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800" b="1" i="0" u="none" strike="noStrike" kern="1000" cap="none" spc="-30" normalizeH="0" baseline="0" noProof="0" dirty="0">
                <a:ln>
                  <a:noFill/>
                </a:ln>
                <a:solidFill>
                  <a:schemeClr val="tx1"/>
                </a:solidFill>
                <a:effectLst/>
                <a:uLnTx/>
                <a:uFillTx/>
                <a:latin typeface="Ericsson Hilda"/>
                <a:ea typeface="+mn-ea"/>
                <a:cs typeface="+mn-cs"/>
              </a:rPr>
              <a:t>South East Asia Oceania &amp; India   meeting on                                          PS Regulation</a:t>
            </a:r>
          </a:p>
        </p:txBody>
      </p:sp>
      <p:sp>
        <p:nvSpPr>
          <p:cNvPr id="58" name="Rectangle: Rounded Corners 57">
            <a:extLst>
              <a:ext uri="{FF2B5EF4-FFF2-40B4-BE49-F238E27FC236}">
                <a16:creationId xmlns:a16="http://schemas.microsoft.com/office/drawing/2014/main" id="{A28EB197-CB9C-6903-C25B-B2D4623BEFEA}"/>
              </a:ext>
            </a:extLst>
          </p:cNvPr>
          <p:cNvSpPr/>
          <p:nvPr/>
        </p:nvSpPr>
        <p:spPr bwMode="auto">
          <a:xfrm>
            <a:off x="6214570" y="1942390"/>
            <a:ext cx="1813021" cy="638282"/>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61" name="Rectangle: Rounded Corners 60">
            <a:extLst>
              <a:ext uri="{FF2B5EF4-FFF2-40B4-BE49-F238E27FC236}">
                <a16:creationId xmlns:a16="http://schemas.microsoft.com/office/drawing/2014/main" id="{73943EDA-1E34-F93E-F102-B118F0074175}"/>
              </a:ext>
            </a:extLst>
          </p:cNvPr>
          <p:cNvSpPr/>
          <p:nvPr/>
        </p:nvSpPr>
        <p:spPr bwMode="auto">
          <a:xfrm>
            <a:off x="8937300" y="1608920"/>
            <a:ext cx="2637177" cy="1047789"/>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62" name="Cylinder 61">
            <a:extLst>
              <a:ext uri="{FF2B5EF4-FFF2-40B4-BE49-F238E27FC236}">
                <a16:creationId xmlns:a16="http://schemas.microsoft.com/office/drawing/2014/main" id="{DB3FFB65-313B-0D23-E421-A606DD5B8168}"/>
              </a:ext>
            </a:extLst>
          </p:cNvPr>
          <p:cNvSpPr/>
          <p:nvPr/>
        </p:nvSpPr>
        <p:spPr bwMode="auto">
          <a:xfrm>
            <a:off x="11086371" y="2258205"/>
            <a:ext cx="247523" cy="210369"/>
          </a:xfrm>
          <a:prstGeom prst="can">
            <a:avLst/>
          </a:prstGeom>
          <a:solidFill>
            <a:schemeClr val="accent1"/>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63" name="TextBox 62">
            <a:extLst>
              <a:ext uri="{FF2B5EF4-FFF2-40B4-BE49-F238E27FC236}">
                <a16:creationId xmlns:a16="http://schemas.microsoft.com/office/drawing/2014/main" id="{293500B6-DA7A-CD8D-9921-E970DD6DC5B8}"/>
              </a:ext>
            </a:extLst>
          </p:cNvPr>
          <p:cNvSpPr txBox="1"/>
          <p:nvPr/>
        </p:nvSpPr>
        <p:spPr>
          <a:xfrm>
            <a:off x="9003555" y="1655673"/>
            <a:ext cx="2513744" cy="256966"/>
          </a:xfrm>
          <a:prstGeom prst="rect">
            <a:avLst/>
          </a:prstGeom>
        </p:spPr>
        <p:txBody>
          <a:bodyPr vert="horz" wrap="square" lIns="72000" tIns="36000" rIns="72000" bIns="36000" rtlCol="0" anchor="t">
            <a:noAutofit/>
          </a:bodyPr>
          <a:lstStyle/>
          <a:p>
            <a:pPr marR="0" algn="ctr" defTabSz="914400" rtl="0" eaLnBrk="1" fontAlgn="base" latinLnBrk="0" hangingPunct="1">
              <a:lnSpc>
                <a:spcPct val="100000"/>
              </a:lnSpc>
              <a:spcBef>
                <a:spcPts val="800"/>
              </a:spcBef>
              <a:spcAft>
                <a:spcPct val="0"/>
              </a:spcAft>
              <a:buClrTx/>
              <a:buSzTx/>
              <a:tabLst/>
            </a:pPr>
            <a:r>
              <a:rPr kumimoji="0" lang="en-US" sz="1100" b="1" i="0" u="none" strike="noStrike" kern="1000" cap="none" spc="-30" normalizeH="0" baseline="0" dirty="0">
                <a:ln>
                  <a:noFill/>
                </a:ln>
                <a:solidFill>
                  <a:schemeClr val="tx1"/>
                </a:solidFill>
                <a:effectLst/>
                <a:uLnTx/>
                <a:uFillTx/>
                <a:latin typeface="Ericsson Hilda"/>
                <a:ea typeface="+mn-ea"/>
                <a:cs typeface="+mn-cs"/>
              </a:rPr>
              <a:t>MA North East Asia</a:t>
            </a:r>
          </a:p>
        </p:txBody>
      </p:sp>
      <p:sp>
        <p:nvSpPr>
          <p:cNvPr id="64" name="TextBox 63">
            <a:extLst>
              <a:ext uri="{FF2B5EF4-FFF2-40B4-BE49-F238E27FC236}">
                <a16:creationId xmlns:a16="http://schemas.microsoft.com/office/drawing/2014/main" id="{704EB4C1-8DE6-5D98-1AF1-786528661860}"/>
              </a:ext>
            </a:extLst>
          </p:cNvPr>
          <p:cNvSpPr txBox="1"/>
          <p:nvPr/>
        </p:nvSpPr>
        <p:spPr>
          <a:xfrm>
            <a:off x="10878309" y="1991055"/>
            <a:ext cx="706154" cy="467125"/>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700" b="0" i="0" u="none" strike="noStrike" kern="1000" cap="none" spc="-30" normalizeH="0" baseline="0" noProof="0" dirty="0">
                <a:ln>
                  <a:noFill/>
                </a:ln>
                <a:solidFill>
                  <a:schemeClr val="tx1"/>
                </a:solidFill>
                <a:effectLst/>
                <a:uLnTx/>
                <a:uFillTx/>
                <a:latin typeface="Ericsson Hilda"/>
                <a:ea typeface="+mn-ea"/>
                <a:cs typeface="+mn-cs"/>
              </a:rPr>
              <a:t>MA “tracker”  PS Regulations</a:t>
            </a:r>
          </a:p>
        </p:txBody>
      </p:sp>
      <p:sp>
        <p:nvSpPr>
          <p:cNvPr id="65" name="Rectangle: Rounded Corners 64">
            <a:extLst>
              <a:ext uri="{FF2B5EF4-FFF2-40B4-BE49-F238E27FC236}">
                <a16:creationId xmlns:a16="http://schemas.microsoft.com/office/drawing/2014/main" id="{469AD5F1-90D0-DD07-AE3D-EADB39412ED6}"/>
              </a:ext>
            </a:extLst>
          </p:cNvPr>
          <p:cNvSpPr/>
          <p:nvPr/>
        </p:nvSpPr>
        <p:spPr bwMode="auto">
          <a:xfrm>
            <a:off x="10914476" y="1944228"/>
            <a:ext cx="591314" cy="638282"/>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
        <p:nvSpPr>
          <p:cNvPr id="66" name="TextBox 65">
            <a:extLst>
              <a:ext uri="{FF2B5EF4-FFF2-40B4-BE49-F238E27FC236}">
                <a16:creationId xmlns:a16="http://schemas.microsoft.com/office/drawing/2014/main" id="{E86D05DD-C917-9CD9-E93F-686C3E702AE3}"/>
              </a:ext>
            </a:extLst>
          </p:cNvPr>
          <p:cNvSpPr txBox="1"/>
          <p:nvPr/>
        </p:nvSpPr>
        <p:spPr>
          <a:xfrm>
            <a:off x="9586357" y="1986545"/>
            <a:ext cx="942711" cy="467125"/>
          </a:xfrm>
          <a:prstGeom prst="rect">
            <a:avLst/>
          </a:prstGeom>
        </p:spPr>
        <p:txBody>
          <a:bodyPr vert="horz" wrap="square" lIns="72000" tIns="36000" rIns="72000" bIns="36000" rtlCol="0" anchor="t">
            <a:noAutofit/>
          </a:bodyPr>
          <a:lstStyle/>
          <a:p>
            <a:pPr marR="0" algn="l" defTabSz="914400" rtl="0" eaLnBrk="1" fontAlgn="base" latinLnBrk="0" hangingPunct="1">
              <a:lnSpc>
                <a:spcPct val="100000"/>
              </a:lnSpc>
              <a:spcBef>
                <a:spcPts val="800"/>
              </a:spcBef>
              <a:spcAft>
                <a:spcPct val="0"/>
              </a:spcAft>
              <a:buClrTx/>
              <a:buSzTx/>
              <a:tabLst/>
            </a:pPr>
            <a:r>
              <a:rPr kumimoji="0" lang="en-US" sz="800" b="1" i="0" u="none" strike="noStrike" kern="1000" cap="none" spc="-30" normalizeH="0" baseline="0" noProof="0" dirty="0">
                <a:ln>
                  <a:noFill/>
                </a:ln>
                <a:solidFill>
                  <a:schemeClr val="tx1"/>
                </a:solidFill>
                <a:effectLst/>
                <a:uLnTx/>
                <a:uFillTx/>
                <a:latin typeface="Ericsson Hilda"/>
                <a:ea typeface="+mn-ea"/>
                <a:cs typeface="+mn-cs"/>
              </a:rPr>
              <a:t>North East Asia   meeting on             PS Regulation</a:t>
            </a:r>
          </a:p>
        </p:txBody>
      </p:sp>
      <p:sp>
        <p:nvSpPr>
          <p:cNvPr id="69" name="Rectangle: Rounded Corners 68">
            <a:extLst>
              <a:ext uri="{FF2B5EF4-FFF2-40B4-BE49-F238E27FC236}">
                <a16:creationId xmlns:a16="http://schemas.microsoft.com/office/drawing/2014/main" id="{A4319B4C-0C07-6F5E-319F-64EEC7B1B341}"/>
              </a:ext>
            </a:extLst>
          </p:cNvPr>
          <p:cNvSpPr/>
          <p:nvPr/>
        </p:nvSpPr>
        <p:spPr bwMode="auto">
          <a:xfrm>
            <a:off x="9003555" y="1944228"/>
            <a:ext cx="1813021" cy="638282"/>
          </a:xfrm>
          <a:prstGeom prst="roundRect">
            <a:avLst/>
          </a:prstGeom>
          <a:noFill/>
          <a:ln w="38100" cap="flat" cmpd="sng" algn="ctr">
            <a:solidFill>
              <a:schemeClr val="accent1"/>
            </a:solid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dirty="0">
              <a:solidFill>
                <a:srgbClr val="FFFFFF"/>
              </a:solidFill>
              <a:latin typeface="+mn-lt"/>
            </a:endParaRPr>
          </a:p>
        </p:txBody>
      </p:sp>
    </p:spTree>
    <p:extLst>
      <p:ext uri="{BB962C8B-B14F-4D97-AF65-F5344CB8AC3E}">
        <p14:creationId xmlns:p14="http://schemas.microsoft.com/office/powerpoint/2010/main" val="955115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17196-DD77-46C0-8D04-F3EB69EAC9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433D6582-F5CD-4F85-B811-95A286264660}"/>
              </a:ext>
            </a:extLst>
          </p:cNvPr>
          <p:cNvSpPr>
            <a:spLocks noGrp="1"/>
          </p:cNvSpPr>
          <p:nvPr>
            <p:ph sz="quarter" idx="10"/>
          </p:nvPr>
        </p:nvSpPr>
        <p:spPr/>
        <p:txBody>
          <a:bodyPr vert="horz" lIns="72000" tIns="36000" rIns="72000" bIns="36000" rtlCol="0" anchor="t">
            <a:noAutofit/>
          </a:bodyPr>
          <a:lstStyle/>
          <a:p>
            <a:pPr marL="264795" indent="-264795"/>
            <a:r>
              <a:rPr lang="en-US" sz="2000" kern="1200" dirty="0">
                <a:solidFill>
                  <a:srgbClr val="181818"/>
                </a:solidFill>
                <a:latin typeface="Ericsson Hilda" pitchFamily="2" charset="0"/>
                <a:ea typeface="+mn-ea"/>
                <a:cs typeface="+mn-cs"/>
              </a:rPr>
              <a:t>The scope is</a:t>
            </a:r>
            <a:r>
              <a:rPr kumimoji="0" lang="en-US" sz="2000" i="0" u="none" strike="noStrike" kern="1200" cap="none" spc="0" normalizeH="0" baseline="0" noProof="0" dirty="0">
                <a:ln>
                  <a:noFill/>
                </a:ln>
                <a:solidFill>
                  <a:srgbClr val="181818"/>
                </a:solidFill>
                <a:effectLst/>
                <a:uLnTx/>
                <a:uFillTx/>
                <a:latin typeface="Ericsson Hilda" pitchFamily="2" charset="0"/>
                <a:ea typeface="+mn-ea"/>
                <a:cs typeface="+mn-cs"/>
              </a:rPr>
              <a:t> “direct and indirect regulations and frameworks/standards of relevance to Product Security.”</a:t>
            </a:r>
            <a:endParaRPr lang="en-US" sz="2000" i="0" u="none" strike="noStrike" kern="1200" cap="none" spc="0" normalizeH="0" baseline="0" noProof="0" dirty="0">
              <a:ln>
                <a:noFill/>
              </a:ln>
              <a:solidFill>
                <a:srgbClr val="181818"/>
              </a:solidFill>
              <a:effectLst/>
              <a:uLnTx/>
              <a:uFillTx/>
              <a:latin typeface="Ericsson Hilda"/>
            </a:endParaRPr>
          </a:p>
          <a:p>
            <a:pPr marL="264795" indent="-264795"/>
            <a:r>
              <a:rPr lang="en-US" dirty="0"/>
              <a:t>GFTL PS website provides insight on which </a:t>
            </a:r>
            <a:r>
              <a:rPr lang="en-US" sz="2000" kern="1000" spc="-30" dirty="0">
                <a:latin typeface="Ericsson Hilda"/>
                <a:ea typeface="+mn-ea"/>
                <a:cs typeface="+mn-cs"/>
              </a:rPr>
              <a:t>regulations that are being </a:t>
            </a:r>
            <a:r>
              <a:rPr lang="en-US" dirty="0">
                <a:latin typeface="Ericsson Hilda"/>
              </a:rPr>
              <a:t>considered</a:t>
            </a:r>
            <a:r>
              <a:rPr lang="en-US" sz="2000" kern="1000" spc="-30" dirty="0">
                <a:latin typeface="Ericsson Hilda"/>
                <a:ea typeface="+mn-ea"/>
                <a:cs typeface="+mn-cs"/>
              </a:rPr>
              <a:t>. Aim is to provide trust within Ericsson, avoid duplication of work within Ericsson, but also provide </a:t>
            </a:r>
            <a:r>
              <a:rPr lang="en-US" dirty="0">
                <a:latin typeface="Ericsson Hilda"/>
              </a:rPr>
              <a:t>possibility to raise questions on regulations </a:t>
            </a:r>
            <a:r>
              <a:rPr kumimoji="0" lang="en-US" sz="2000" i="0" u="none" strike="noStrike" kern="1200" cap="none" spc="0" normalizeH="0" baseline="0" noProof="0" dirty="0">
                <a:ln>
                  <a:noFill/>
                </a:ln>
                <a:solidFill>
                  <a:srgbClr val="181818"/>
                </a:solidFill>
                <a:effectLst/>
                <a:uLnTx/>
                <a:uFillTx/>
                <a:latin typeface="Ericsson Hilda"/>
              </a:rPr>
              <a:t>of relevance to Product Security</a:t>
            </a:r>
            <a:r>
              <a:rPr lang="en-US" dirty="0">
                <a:latin typeface="Ericsson Hilda"/>
              </a:rPr>
              <a:t>.</a:t>
            </a:r>
          </a:p>
          <a:p>
            <a:pPr marL="264795" indent="-264795"/>
            <a:r>
              <a:rPr lang="en-US" dirty="0">
                <a:latin typeface="Ericsson Hilda"/>
              </a:rPr>
              <a:t>The setup is in line with applicable steering document in EGMS.</a:t>
            </a:r>
            <a:endParaRPr lang="en-US" dirty="0"/>
          </a:p>
          <a:p>
            <a:pPr marL="264795" indent="-264795"/>
            <a:r>
              <a:rPr lang="en-US" dirty="0"/>
              <a:t>The setup provide regional level information sharing capability and reusability of earlier conducted work.</a:t>
            </a:r>
          </a:p>
          <a:p>
            <a:pPr marL="264795" indent="-264795"/>
            <a:r>
              <a:rPr lang="en-US" dirty="0"/>
              <a:t>The set up provide group level visibility and possibility to prioritize work in evaluating new regulations of relevance to Product Security.</a:t>
            </a:r>
          </a:p>
          <a:p>
            <a:pPr marL="264795" indent="-264795"/>
            <a:endParaRPr lang="en-US" dirty="0"/>
          </a:p>
        </p:txBody>
      </p:sp>
    </p:spTree>
    <p:extLst>
      <p:ext uri="{BB962C8B-B14F-4D97-AF65-F5344CB8AC3E}">
        <p14:creationId xmlns:p14="http://schemas.microsoft.com/office/powerpoint/2010/main" val="1097568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098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5">
            <a:extLst>
              <a:ext uri="{FF2B5EF4-FFF2-40B4-BE49-F238E27FC236}">
                <a16:creationId xmlns:a16="http://schemas.microsoft.com/office/drawing/2014/main" id="{A6C99899-89DC-4535-BEBD-968265671D9A}"/>
              </a:ext>
            </a:extLst>
          </p:cNvPr>
          <p:cNvSpPr>
            <a:spLocks noChangeArrowheads="1"/>
          </p:cNvSpPr>
          <p:nvPr/>
        </p:nvSpPr>
        <p:spPr bwMode="auto">
          <a:xfrm>
            <a:off x="479424" y="916567"/>
            <a:ext cx="5472113" cy="5729134"/>
          </a:xfrm>
          <a:prstGeom prst="rect">
            <a:avLst/>
          </a:prstGeom>
          <a:noFill/>
          <a:ln>
            <a:noFill/>
          </a:ln>
          <a:extLst>
            <a:ext uri="{909E8E84-426E-40DD-AFC4-6F175D3DCCD1}">
              <a14:hiddenFill xmlns:a14="http://schemas.microsoft.com/office/drawing/2010/main">
                <a:solidFill>
                  <a:srgbClr val="E1E2E3"/>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eaLnBrk="0" hangingPunct="0">
              <a:tabLst>
                <a:tab pos="1344613" algn="l"/>
              </a:tabLs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tabLst>
                <a:tab pos="1344613" algn="l"/>
              </a:tabLs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tabLst>
                <a:tab pos="1344613" algn="l"/>
              </a:tabLs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tabLst>
                <a:tab pos="1344613" algn="l"/>
              </a:tabLs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tabLst>
                <a:tab pos="1344613" algn="l"/>
              </a:tabLs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tabLst>
                <a:tab pos="1344613" algn="l"/>
              </a:tabLs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tabLst>
                <a:tab pos="1344613" algn="l"/>
              </a:tabLs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tabLst>
                <a:tab pos="1344613" algn="l"/>
              </a:tabLs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tabLst>
                <a:tab pos="1344613" algn="l"/>
              </a:tabLs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r>
              <a:rPr kumimoji="0" lang="en-US" altLang="en-US" sz="1000" b="1" i="0" u="none" strike="noStrike" kern="0" cap="none" spc="0" normalizeH="0" baseline="0" noProof="0" dirty="0">
                <a:ln>
                  <a:noFill/>
                </a:ln>
                <a:solidFill>
                  <a:srgbClr val="181818"/>
                </a:solidFill>
                <a:effectLst/>
                <a:uLnTx/>
                <a:uFillTx/>
                <a:latin typeface="Ericsson Hilda"/>
              </a:rPr>
              <a:t>Chairperson</a:t>
            </a: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r>
              <a:rPr kumimoji="0" lang="en-US" altLang="en-US" sz="1000" b="0" i="0" u="none" strike="noStrike" kern="0" cap="none" spc="0" normalizeH="0" baseline="0" noProof="0" dirty="0">
                <a:ln>
                  <a:noFill/>
                </a:ln>
                <a:solidFill>
                  <a:srgbClr val="181818"/>
                </a:solidFill>
                <a:effectLst/>
                <a:uLnTx/>
                <a:uFillTx/>
                <a:latin typeface="Ericsson Hilda"/>
              </a:rPr>
              <a:t>Patrik Palm	Head of Product Security - Frameworks</a:t>
            </a:r>
            <a:endParaRPr kumimoji="0" lang="en-US" altLang="en-US" sz="1000" b="1" i="0" u="none" strike="noStrike" kern="0" cap="none" spc="0" normalizeH="0" baseline="0" noProof="0" dirty="0">
              <a:ln>
                <a:noFill/>
              </a:ln>
              <a:solidFill>
                <a:srgbClr val="181818"/>
              </a:solidFill>
              <a:effectLst/>
              <a:uLnTx/>
              <a:uFillTx/>
              <a:latin typeface="Ericsson Hilda"/>
            </a:endParaRP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r>
              <a:rPr kumimoji="0" lang="en-US" altLang="en-US" sz="1000" b="1" i="0" u="none" strike="noStrike" kern="0" cap="none" spc="0" normalizeH="0" baseline="0" noProof="0" dirty="0">
                <a:ln>
                  <a:noFill/>
                </a:ln>
                <a:solidFill>
                  <a:srgbClr val="181818"/>
                </a:solidFill>
                <a:effectLst/>
                <a:uLnTx/>
                <a:uFillTx/>
                <a:latin typeface="Ericsson Hilda"/>
              </a:rPr>
              <a:t>Driver</a:t>
            </a: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r>
              <a:rPr kumimoji="0" lang="en-US" altLang="en-US" sz="1000" b="0" i="0" u="none" strike="noStrike" kern="0" cap="none" spc="0" normalizeH="0" baseline="0" noProof="0" dirty="0">
                <a:ln>
                  <a:noFill/>
                </a:ln>
                <a:solidFill>
                  <a:srgbClr val="181818"/>
                </a:solidFill>
                <a:effectLst/>
                <a:uLnTx/>
                <a:uFillTx/>
                <a:latin typeface="Ericsson Hilda"/>
              </a:rPr>
              <a:t>Bo Fjelkner	Sr PS Frameworks Manager</a:t>
            </a: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endParaRPr kumimoji="0" lang="en-US" altLang="en-US" sz="1000" b="1" i="0" u="none" strike="noStrike" kern="0" cap="none" spc="0" normalizeH="0" baseline="0" noProof="0" dirty="0">
              <a:ln>
                <a:noFill/>
              </a:ln>
              <a:solidFill>
                <a:srgbClr val="181818"/>
              </a:solidFill>
              <a:effectLst/>
              <a:uLnTx/>
              <a:uFillTx/>
              <a:latin typeface="Ericsson Hilda"/>
            </a:endParaRP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r>
              <a:rPr kumimoji="0" lang="en-US" altLang="en-US" sz="1000" b="1" i="0" u="none" strike="noStrike" kern="0" cap="none" spc="0" normalizeH="0" baseline="0" noProof="0" dirty="0">
                <a:ln>
                  <a:noFill/>
                </a:ln>
                <a:solidFill>
                  <a:srgbClr val="181818"/>
                </a:solidFill>
                <a:effectLst/>
                <a:uLnTx/>
                <a:uFillTx/>
                <a:latin typeface="Ericsson Hilda"/>
              </a:rPr>
              <a:t>Secretary</a:t>
            </a: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r>
              <a:rPr kumimoji="0" lang="en-US" altLang="en-US" sz="1000" b="0" i="0" u="none" strike="noStrike" kern="0" cap="none" spc="0" normalizeH="0" baseline="0" noProof="0" dirty="0">
                <a:ln>
                  <a:noFill/>
                </a:ln>
                <a:solidFill>
                  <a:srgbClr val="181818"/>
                </a:solidFill>
                <a:effectLst/>
                <a:uLnTx/>
                <a:uFillTx/>
                <a:latin typeface="Ericsson Hilda"/>
              </a:rPr>
              <a:t>Bo Fjelkner	Sr PS Framework Manager</a:t>
            </a: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endParaRPr kumimoji="0" lang="en-US" altLang="en-US" sz="1000" b="0" i="0" u="none" strike="noStrike" kern="0" cap="none" spc="0" normalizeH="0" baseline="0" noProof="0" dirty="0">
              <a:ln>
                <a:noFill/>
              </a:ln>
              <a:solidFill>
                <a:srgbClr val="181818"/>
              </a:solidFill>
              <a:effectLst/>
              <a:uLnTx/>
              <a:uFillTx/>
              <a:latin typeface="Ericsson Hilda"/>
            </a:endParaRP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r>
              <a:rPr kumimoji="0" lang="en-US" altLang="en-US" sz="1000" b="1" i="0" u="none" strike="noStrike" kern="0" cap="none" spc="0" normalizeH="0" baseline="0" noProof="0" dirty="0">
                <a:ln>
                  <a:noFill/>
                </a:ln>
                <a:solidFill>
                  <a:srgbClr val="181818"/>
                </a:solidFill>
                <a:effectLst/>
                <a:uLnTx/>
                <a:uFillTx/>
                <a:latin typeface="Ericsson Hilda"/>
              </a:rPr>
              <a:t>Participants</a:t>
            </a:r>
          </a:p>
          <a:p>
            <a:pPr algn="l" rtl="0">
              <a:defRPr/>
            </a:pPr>
            <a:r>
              <a:rPr kumimoji="0" lang="en-US" altLang="en-US" sz="1000" b="0" i="0" u="none" strike="noStrike" kern="0" cap="none" spc="0" normalizeH="0" baseline="0" noProof="0" dirty="0">
                <a:ln>
                  <a:noFill/>
                </a:ln>
                <a:solidFill>
                  <a:srgbClr val="181818"/>
                </a:solidFill>
                <a:effectLst/>
                <a:uLnTx/>
                <a:uFillTx/>
                <a:latin typeface="Ericsson Hilda"/>
              </a:rPr>
              <a:t>  	Head of Solution Security in the region (or person appointed by)</a:t>
            </a: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r>
              <a:rPr kumimoji="0" lang="en-US" altLang="en-US" sz="1000" b="0" i="0" u="none" strike="noStrike" kern="0" cap="none" spc="0" normalizeH="0" baseline="0" noProof="0" dirty="0">
                <a:ln>
                  <a:noFill/>
                </a:ln>
                <a:solidFill>
                  <a:srgbClr val="181818"/>
                </a:solidFill>
                <a:effectLst/>
                <a:uLnTx/>
                <a:uFillTx/>
                <a:latin typeface="Ericsson Hilda"/>
              </a:rPr>
              <a:t>	GFTL PS Customer Security Directors in the region</a:t>
            </a:r>
          </a:p>
          <a:p>
            <a:pPr algn="l" rtl="0">
              <a:defRPr/>
            </a:pPr>
            <a:r>
              <a:rPr kumimoji="0" lang="en-US" altLang="en-US" sz="1000" b="0" i="0" u="none" strike="noStrike" kern="0" cap="none" spc="0" normalizeH="0" baseline="0" noProof="0" dirty="0">
                <a:ln>
                  <a:noFill/>
                </a:ln>
                <a:solidFill>
                  <a:srgbClr val="181818"/>
                </a:solidFill>
                <a:effectLst/>
                <a:uLnTx/>
                <a:uFillTx/>
                <a:latin typeface="Ericsson Hilda"/>
              </a:rPr>
              <a:t>	GPA representatives in the region</a:t>
            </a:r>
          </a:p>
          <a:p>
            <a:pPr algn="l" rtl="0">
              <a:defRPr/>
            </a:pPr>
            <a:r>
              <a:rPr kumimoji="0" lang="en-US" altLang="en-US" sz="1000" b="0" i="0" u="none" strike="noStrike" kern="0" cap="none" spc="0" normalizeH="0" baseline="0" noProof="0" dirty="0">
                <a:ln>
                  <a:noFill/>
                </a:ln>
                <a:solidFill>
                  <a:srgbClr val="181818"/>
                </a:solidFill>
                <a:effectLst/>
                <a:uLnTx/>
                <a:uFillTx/>
                <a:latin typeface="Ericsson Hilda"/>
              </a:rPr>
              <a:t>	Regional Head of </a:t>
            </a:r>
            <a:r>
              <a:rPr lang="en-US" sz="1000" dirty="0">
                <a:solidFill>
                  <a:srgbClr val="181818"/>
                </a:solidFill>
                <a:latin typeface="Ericsson Hilda"/>
              </a:rPr>
              <a:t>Enterprise </a:t>
            </a:r>
            <a:r>
              <a:rPr kumimoji="0" lang="en-US" altLang="en-US" sz="1000" b="0" i="0" u="none" strike="noStrike" kern="0" cap="none" spc="0" normalizeH="0" baseline="0" noProof="0" dirty="0">
                <a:ln>
                  <a:noFill/>
                </a:ln>
                <a:solidFill>
                  <a:srgbClr val="181818"/>
                </a:solidFill>
                <a:effectLst/>
                <a:uLnTx/>
                <a:uFillTx/>
                <a:latin typeface="Ericsson Hilda"/>
              </a:rPr>
              <a:t>Security (or person appointed by)</a:t>
            </a:r>
          </a:p>
          <a:p>
            <a:pPr algn="l" rtl="0">
              <a:defRPr/>
            </a:pPr>
            <a:r>
              <a:rPr kumimoji="0" lang="en-US" altLang="en-US" sz="1000" b="0" i="0" u="none" strike="noStrike" kern="0" cap="none" spc="0" normalizeH="0" baseline="0" noProof="0" dirty="0">
                <a:ln>
                  <a:noFill/>
                </a:ln>
                <a:solidFill>
                  <a:srgbClr val="181818"/>
                </a:solidFill>
                <a:effectLst/>
                <a:uLnTx/>
                <a:uFillTx/>
                <a:latin typeface="Ericsson Hilda"/>
              </a:rPr>
              <a:t>	GFTL PS managers</a:t>
            </a:r>
          </a:p>
          <a:p>
            <a:pPr algn="l" rtl="0">
              <a:defRPr/>
            </a:pPr>
            <a:endParaRPr kumimoji="0" lang="en-US" altLang="en-US" sz="1000" b="0" i="0" u="none" strike="noStrike" kern="0" cap="none" spc="0" normalizeH="0" baseline="0" noProof="0" dirty="0">
              <a:ln>
                <a:noFill/>
              </a:ln>
              <a:solidFill>
                <a:srgbClr val="181818"/>
              </a:solidFill>
              <a:effectLst/>
              <a:uLnTx/>
              <a:uFillTx/>
              <a:latin typeface="Ericsson Hilda"/>
            </a:endParaRP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endParaRPr kumimoji="0" lang="en-US" altLang="en-US" sz="1000" b="0" i="0" u="none" strike="noStrike" kern="0" cap="none" spc="0" normalizeH="0" baseline="0" noProof="0" dirty="0">
              <a:ln>
                <a:noFill/>
              </a:ln>
              <a:solidFill>
                <a:srgbClr val="181818"/>
              </a:solidFill>
              <a:effectLst/>
              <a:uLnTx/>
              <a:uFillTx/>
              <a:latin typeface="Ericsson Hilda"/>
            </a:endParaRPr>
          </a:p>
          <a:p>
            <a:pPr marL="0" marR="0" lvl="0" indent="0" algn="l" defTabSz="914400" rtl="0" eaLnBrk="1" fontAlgn="auto" latinLnBrk="0" hangingPunct="1">
              <a:lnSpc>
                <a:spcPct val="100000"/>
              </a:lnSpc>
              <a:spcBef>
                <a:spcPts val="0"/>
              </a:spcBef>
              <a:spcAft>
                <a:spcPts val="0"/>
              </a:spcAft>
              <a:buClrTx/>
              <a:buSzTx/>
              <a:buFontTx/>
              <a:buNone/>
              <a:tabLst>
                <a:tab pos="1344613" algn="l"/>
              </a:tabLst>
              <a:defRPr/>
            </a:pPr>
            <a:r>
              <a:rPr kumimoji="0" lang="en-US" altLang="en-US" sz="1000" b="1" i="0" u="none" strike="noStrike" kern="0" cap="none" spc="0" normalizeH="0" baseline="0" noProof="0" dirty="0">
                <a:ln>
                  <a:noFill/>
                </a:ln>
                <a:solidFill>
                  <a:srgbClr val="181818"/>
                </a:solidFill>
                <a:effectLst/>
                <a:uLnTx/>
                <a:uFillTx/>
                <a:latin typeface="Ericsson Hilda"/>
              </a:rPr>
              <a:t>Purpose</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tab pos="1344613" algn="l"/>
              </a:tabLst>
              <a:defRPr/>
            </a:pPr>
            <a:r>
              <a:rPr lang="en-US" sz="1000" dirty="0">
                <a:solidFill>
                  <a:srgbClr val="181818"/>
                </a:solidFill>
                <a:latin typeface="Ericsson Hilda Light"/>
              </a:rPr>
              <a:t>Identify Product Security Regulations related to the region. Product Security Regulations in scope can be in initial phase, development and approved and under implementation.</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tab pos="1344613" algn="l"/>
              </a:tabLst>
              <a:defRPr/>
            </a:pPr>
            <a:r>
              <a:rPr lang="en-US" sz="1000" dirty="0">
                <a:solidFill>
                  <a:srgbClr val="181818"/>
                </a:solidFill>
                <a:latin typeface="Ericsson Hilda Light"/>
              </a:rPr>
              <a:t>Identify Product Security Regulation of particular interest for which it would make sense to further evaluate, either in a separate project, or smaller cases, by individuals.</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tab pos="1344613" algn="l"/>
              </a:tabLst>
              <a:defRPr/>
            </a:pPr>
            <a:r>
              <a:rPr lang="en-US" altLang="en-US" sz="1000" dirty="0">
                <a:solidFill>
                  <a:srgbClr val="181818"/>
                </a:solidFill>
                <a:latin typeface="Ericsson Hilda Light"/>
              </a:rPr>
              <a:t>Sharing experience from other regions that might have impact on Product Security Regulations in the region.</a:t>
            </a:r>
            <a:endParaRPr kumimoji="0" lang="en-US" altLang="en-US" sz="1000" b="0" i="0" u="none" strike="noStrike" kern="0" cap="none" spc="0" normalizeH="0" baseline="0" noProof="0" dirty="0">
              <a:ln>
                <a:noFill/>
              </a:ln>
              <a:solidFill>
                <a:srgbClr val="181818"/>
              </a:solidFill>
              <a:effectLst/>
              <a:uLnTx/>
              <a:uFillTx/>
              <a:latin typeface="Ericsson Hilda Light"/>
            </a:endParaRP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tab pos="1344613" algn="l"/>
              </a:tabLst>
              <a:defRPr/>
            </a:pPr>
            <a:endParaRPr kumimoji="0" lang="en-US" altLang="en-US" sz="1000" b="0" i="0" u="none" strike="noStrike" kern="0" cap="none" spc="0" normalizeH="0" baseline="0" noProof="0" dirty="0">
              <a:ln>
                <a:noFill/>
              </a:ln>
              <a:solidFill>
                <a:srgbClr val="181818"/>
              </a:solidFill>
              <a:effectLst/>
              <a:uLnTx/>
              <a:uFillTx/>
              <a:latin typeface="Ericsson Hilda"/>
            </a:endParaRPr>
          </a:p>
          <a:p>
            <a:pPr marL="0" marR="0" lvl="0" indent="0" algn="l" defTabSz="914400" rtl="0" eaLnBrk="0" fontAlgn="auto" latinLnBrk="0" hangingPunct="0">
              <a:lnSpc>
                <a:spcPct val="100000"/>
              </a:lnSpc>
              <a:spcBef>
                <a:spcPts val="0"/>
              </a:spcBef>
              <a:spcAft>
                <a:spcPts val="0"/>
              </a:spcAft>
              <a:buClrTx/>
              <a:buSzTx/>
              <a:buFontTx/>
              <a:buNone/>
              <a:tabLst>
                <a:tab pos="1344613" algn="l"/>
              </a:tabLst>
              <a:defRPr/>
            </a:pPr>
            <a:endParaRPr kumimoji="0" lang="en-US" altLang="en-US" sz="1000" b="0" i="0" u="none" strike="noStrike" kern="0" cap="none" spc="0" normalizeH="0" baseline="0" noProof="0" dirty="0">
              <a:ln>
                <a:noFill/>
              </a:ln>
              <a:solidFill>
                <a:srgbClr val="181818"/>
              </a:solidFill>
              <a:effectLst/>
              <a:uLnTx/>
              <a:uFillTx/>
              <a:latin typeface="Ericsson Hilda"/>
            </a:endParaRPr>
          </a:p>
        </p:txBody>
      </p:sp>
      <p:sp>
        <p:nvSpPr>
          <p:cNvPr id="4098" name="Rectangle 7">
            <a:extLst>
              <a:ext uri="{FF2B5EF4-FFF2-40B4-BE49-F238E27FC236}">
                <a16:creationId xmlns:a16="http://schemas.microsoft.com/office/drawing/2014/main" id="{ABE14B6C-49FC-4F60-BEF6-F97974583C8B}"/>
              </a:ext>
            </a:extLst>
          </p:cNvPr>
          <p:cNvSpPr>
            <a:spLocks noChangeArrowheads="1"/>
          </p:cNvSpPr>
          <p:nvPr/>
        </p:nvSpPr>
        <p:spPr bwMode="auto">
          <a:xfrm>
            <a:off x="6240463" y="932843"/>
            <a:ext cx="5472112" cy="5883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72000" tIns="46800" rIns="72000" bIns="0"/>
          <a:lstStyle>
            <a:lvl1pPr marL="381000" indent="-3810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eaLnBrk="0" hangingPunct="0">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algn="ctr" eaLnBrk="0" fontAlgn="base" hangingPunct="0">
              <a:spcBef>
                <a:spcPct val="0"/>
              </a:spcBef>
              <a:spcAft>
                <a:spcPct val="0"/>
              </a:spcAft>
              <a:defRPr sz="20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pPr marL="381000" marR="0" lvl="0" indent="-381000" algn="l" defTabSz="914400" rtl="0" eaLnBrk="1" fontAlgn="auto" latinLnBrk="0" hangingPunct="1">
              <a:lnSpc>
                <a:spcPct val="100000"/>
              </a:lnSpc>
              <a:spcBef>
                <a:spcPct val="20000"/>
              </a:spcBef>
              <a:spcAft>
                <a:spcPts val="0"/>
              </a:spcAft>
              <a:buClr>
                <a:srgbClr val="00A9D4"/>
              </a:buClr>
              <a:buSzTx/>
              <a:buFontTx/>
              <a:buNone/>
              <a:tabLst/>
              <a:defRPr/>
            </a:pPr>
            <a:r>
              <a:rPr kumimoji="0" lang="en-US" altLang="en-US" sz="1000" b="1" i="0" u="none" strike="noStrike" kern="0" cap="none" spc="0" normalizeH="0" baseline="0" noProof="0" dirty="0">
                <a:ln>
                  <a:noFill/>
                </a:ln>
                <a:solidFill>
                  <a:srgbClr val="181818"/>
                </a:solidFill>
                <a:effectLst/>
                <a:uLnTx/>
                <a:uFillTx/>
                <a:latin typeface="Ericsson Hilda Light"/>
                <a:cs typeface="Arial" panose="020B0604020202020204" pitchFamily="34" charset="0"/>
              </a:rPr>
              <a:t>Frequency: </a:t>
            </a:r>
            <a:r>
              <a:rPr kumimoji="0" lang="en-US" altLang="en-US" sz="1000" b="0" i="0" u="none" strike="noStrike" kern="0" cap="none" spc="0" normalizeH="0" baseline="0" noProof="0" dirty="0">
                <a:ln>
                  <a:noFill/>
                </a:ln>
                <a:solidFill>
                  <a:srgbClr val="181818"/>
                </a:solidFill>
                <a:effectLst/>
                <a:uLnTx/>
                <a:uFillTx/>
                <a:latin typeface="Ericsson Hilda Light"/>
                <a:cs typeface="Arial" panose="020B0604020202020204" pitchFamily="34" charset="0"/>
              </a:rPr>
              <a:t>Monthly, excluding vacation periods</a:t>
            </a:r>
            <a:endParaRPr kumimoji="0" lang="en-US" altLang="en-US" sz="1000" b="1" i="0" u="none" strike="noStrike" kern="0" cap="none" spc="0" normalizeH="0" baseline="0" noProof="0" dirty="0">
              <a:ln>
                <a:noFill/>
              </a:ln>
              <a:solidFill>
                <a:srgbClr val="181818"/>
              </a:solidFill>
              <a:effectLst/>
              <a:uLnTx/>
              <a:uFillTx/>
              <a:latin typeface="Ericsson Hilda Light"/>
              <a:cs typeface="Arial" panose="020B0604020202020204" pitchFamily="34" charset="0"/>
            </a:endParaRPr>
          </a:p>
          <a:p>
            <a:pPr marL="0" marR="0" lvl="0" indent="0" algn="l" defTabSz="914400" rtl="0" eaLnBrk="1" fontAlgn="auto" latinLnBrk="0" hangingPunct="1">
              <a:lnSpc>
                <a:spcPct val="100000"/>
              </a:lnSpc>
              <a:spcBef>
                <a:spcPct val="20000"/>
              </a:spcBef>
              <a:spcAft>
                <a:spcPts val="0"/>
              </a:spcAft>
              <a:buClr>
                <a:srgbClr val="181818"/>
              </a:buClr>
              <a:buSzTx/>
              <a:buFontTx/>
              <a:buNone/>
              <a:tabLst/>
              <a:defRPr/>
            </a:pPr>
            <a:endParaRPr kumimoji="0" lang="en-US" altLang="en-US" sz="1000" b="1" i="0" u="none" strike="noStrike" kern="0" cap="none" spc="0" normalizeH="0" baseline="0" noProof="0" dirty="0">
              <a:ln>
                <a:noFill/>
              </a:ln>
              <a:solidFill>
                <a:srgbClr val="181818"/>
              </a:solidFill>
              <a:effectLst/>
              <a:uLnTx/>
              <a:uFillTx/>
              <a:latin typeface="Ericsson Hilda Light"/>
              <a:cs typeface="Arial" panose="020B0604020202020204" pitchFamily="34" charset="0"/>
            </a:endParaRPr>
          </a:p>
          <a:p>
            <a:pPr marL="381000" marR="0" lvl="0" indent="-381000" algn="l" defTabSz="914400" rtl="0" eaLnBrk="1" fontAlgn="auto" latinLnBrk="0" hangingPunct="1">
              <a:lnSpc>
                <a:spcPct val="100000"/>
              </a:lnSpc>
              <a:spcBef>
                <a:spcPct val="20000"/>
              </a:spcBef>
              <a:spcAft>
                <a:spcPts val="0"/>
              </a:spcAft>
              <a:buClr>
                <a:srgbClr val="00A9D4"/>
              </a:buClr>
              <a:buSzTx/>
              <a:buFontTx/>
              <a:buNone/>
              <a:tabLst/>
              <a:defRPr/>
            </a:pPr>
            <a:r>
              <a:rPr kumimoji="0" lang="en-US" altLang="en-US" sz="1000" b="1" i="0" u="none" strike="noStrike" kern="0" cap="none" spc="0" normalizeH="0" baseline="0" noProof="0" dirty="0">
                <a:ln>
                  <a:noFill/>
                </a:ln>
                <a:solidFill>
                  <a:srgbClr val="181818"/>
                </a:solidFill>
                <a:effectLst/>
                <a:uLnTx/>
                <a:uFillTx/>
                <a:latin typeface="Ericsson Hilda Light"/>
                <a:cs typeface="Arial" panose="020B0604020202020204" pitchFamily="34" charset="0"/>
              </a:rPr>
              <a:t>Scope and Deliverables</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defRPr/>
            </a:pPr>
            <a:r>
              <a:rPr lang="en-US" altLang="en-US" sz="1000" dirty="0">
                <a:solidFill>
                  <a:srgbClr val="181818"/>
                </a:solidFill>
                <a:latin typeface="Ericsson Hilda Light"/>
              </a:rPr>
              <a:t>Identify</a:t>
            </a:r>
            <a:r>
              <a:rPr kumimoji="0" lang="en-US" altLang="en-US" sz="1000" b="0" i="0" u="none" strike="noStrike" kern="0" cap="none" spc="0" normalizeH="0" baseline="0" noProof="0" dirty="0">
                <a:ln>
                  <a:noFill/>
                </a:ln>
                <a:solidFill>
                  <a:srgbClr val="181818"/>
                </a:solidFill>
                <a:effectLst/>
                <a:uLnTx/>
                <a:uFillTx/>
                <a:latin typeface="Ericsson Hilda Light"/>
              </a:rPr>
              <a:t> all regional product security regulations from its initiation, development to approval and implementation.</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defRPr/>
            </a:pPr>
            <a:r>
              <a:rPr kumimoji="0" lang="en-US" altLang="en-US" sz="1000" b="0" i="0" u="none" strike="noStrike" kern="0" cap="none" spc="0" normalizeH="0" baseline="0" noProof="0" dirty="0">
                <a:ln>
                  <a:noFill/>
                </a:ln>
                <a:solidFill>
                  <a:srgbClr val="181818"/>
                </a:solidFill>
                <a:effectLst/>
                <a:uLnTx/>
                <a:uFillTx/>
                <a:latin typeface="Ericsson Hilda Light"/>
              </a:rPr>
              <a:t>Identify which of the regional product security regulations that need further attention. (</a:t>
            </a:r>
            <a:r>
              <a:rPr lang="en-US" altLang="en-US" sz="1000" dirty="0">
                <a:solidFill>
                  <a:srgbClr val="181818"/>
                </a:solidFill>
                <a:latin typeface="Ericsson Hilda Light"/>
              </a:rPr>
              <a:t>Evaluation of product security regulation is not necessarily handled within this fora.)</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defRPr/>
            </a:pPr>
            <a:r>
              <a:rPr lang="en-US" altLang="en-US" sz="1000" dirty="0">
                <a:solidFill>
                  <a:srgbClr val="181818"/>
                </a:solidFill>
                <a:latin typeface="Ericsson Hilda Light"/>
              </a:rPr>
              <a:t>Regulations of great importance to Ericsson should be brought forward to management within MA, GPA and GFTL PS. After decision, a project could be established to review and evaluate impact. </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defRPr/>
            </a:pPr>
            <a:r>
              <a:rPr lang="en-US" altLang="en-US" sz="1000" dirty="0">
                <a:solidFill>
                  <a:srgbClr val="181818"/>
                </a:solidFill>
                <a:latin typeface="Ericsson Hilda Light"/>
              </a:rPr>
              <a:t>Regulations of lesser importance to Ericsson could be reviewed by someone within this fora or other available recourse within the MA.</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defRPr/>
            </a:pPr>
            <a:r>
              <a:rPr kumimoji="0" lang="en-US" altLang="en-US" sz="1000" b="0" i="0" u="none" strike="noStrike" kern="0" cap="none" spc="0" normalizeH="0" baseline="0" noProof="0" dirty="0">
                <a:ln>
                  <a:noFill/>
                </a:ln>
                <a:solidFill>
                  <a:srgbClr val="181818"/>
                </a:solidFill>
                <a:effectLst/>
                <a:uLnTx/>
                <a:uFillTx/>
                <a:latin typeface="Ericsson Hilda Light"/>
              </a:rPr>
              <a:t>Monthly updating the regional Product Security tracker and update on the different regional projects. This include including brief updates from ongoing projects.</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defRPr/>
            </a:pPr>
            <a:r>
              <a:rPr lang="en-US" altLang="en-US" sz="1000" dirty="0">
                <a:solidFill>
                  <a:srgbClr val="181818"/>
                </a:solidFill>
                <a:latin typeface="Ericsson Hilda Light"/>
              </a:rPr>
              <a:t>Share regional product regulation from other regions that might be of interest in the region.</a:t>
            </a:r>
            <a:endParaRPr kumimoji="0" lang="en-US" altLang="en-US" sz="1000" b="0" i="0" u="none" strike="noStrike" kern="0" cap="none" spc="0" normalizeH="0" baseline="0" noProof="0" dirty="0">
              <a:ln>
                <a:noFill/>
              </a:ln>
              <a:solidFill>
                <a:srgbClr val="181818"/>
              </a:solidFill>
              <a:effectLst/>
              <a:uLnTx/>
              <a:uFillTx/>
              <a:latin typeface="Ericsson Hilda Light"/>
            </a:endParaRPr>
          </a:p>
          <a:p>
            <a:pPr marL="0" marR="0" lvl="0" indent="0" algn="l" defTabSz="914400" rtl="0" eaLnBrk="1" fontAlgn="base" latinLnBrk="0" hangingPunct="1">
              <a:lnSpc>
                <a:spcPct val="100000"/>
              </a:lnSpc>
              <a:spcBef>
                <a:spcPts val="300"/>
              </a:spcBef>
              <a:spcAft>
                <a:spcPct val="0"/>
              </a:spcAft>
              <a:buClr>
                <a:srgbClr val="181818"/>
              </a:buClr>
              <a:buSzTx/>
              <a:buFontTx/>
              <a:buNone/>
              <a:tabLst/>
              <a:defRPr/>
            </a:pPr>
            <a:endParaRPr kumimoji="0" lang="en-US" altLang="en-US" sz="1000" b="0" i="0" u="none" strike="noStrike" kern="0" cap="none" spc="0" normalizeH="0" baseline="0" noProof="0" dirty="0">
              <a:ln>
                <a:noFill/>
              </a:ln>
              <a:solidFill>
                <a:srgbClr val="181818"/>
              </a:solidFill>
              <a:effectLst/>
              <a:uLnTx/>
              <a:uFillTx/>
              <a:latin typeface="Ericsson Hilda Light"/>
              <a:cs typeface="Arial" panose="020B0604020202020204" pitchFamily="34" charset="0"/>
            </a:endParaRPr>
          </a:p>
          <a:p>
            <a:pPr marL="381000" marR="0" lvl="0" indent="-381000" algn="l" defTabSz="914400" rtl="0" eaLnBrk="1" fontAlgn="auto" latinLnBrk="0" hangingPunct="1">
              <a:lnSpc>
                <a:spcPct val="100000"/>
              </a:lnSpc>
              <a:spcBef>
                <a:spcPts val="0"/>
              </a:spcBef>
              <a:spcAft>
                <a:spcPts val="0"/>
              </a:spcAft>
              <a:buClrTx/>
              <a:buSzTx/>
              <a:buFontTx/>
              <a:buNone/>
              <a:tabLst/>
              <a:defRPr/>
            </a:pPr>
            <a:r>
              <a:rPr kumimoji="0" lang="en-US" altLang="en-US" sz="1000" b="1" i="0" u="none" strike="noStrike" kern="0" cap="none" spc="0" normalizeH="0" baseline="0" noProof="0" dirty="0">
                <a:ln>
                  <a:noFill/>
                </a:ln>
                <a:solidFill>
                  <a:srgbClr val="181818"/>
                </a:solidFill>
                <a:effectLst/>
                <a:uLnTx/>
                <a:uFillTx/>
                <a:latin typeface="Ericsson Hilda Light"/>
              </a:rPr>
              <a:t>Roles and Responsibilities</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defRPr/>
            </a:pPr>
            <a:r>
              <a:rPr kumimoji="0" lang="en-US" altLang="en-US" sz="1000" b="0" i="0" u="none" strike="noStrike" kern="0" cap="none" spc="0" normalizeH="0" baseline="0" noProof="0" dirty="0">
                <a:ln>
                  <a:noFill/>
                </a:ln>
                <a:solidFill>
                  <a:srgbClr val="181818"/>
                </a:solidFill>
                <a:effectLst/>
                <a:uLnTx/>
                <a:uFillTx/>
                <a:latin typeface="Ericsson Hilda Light"/>
              </a:rPr>
              <a:t>The Regional Product Security Regulations fora is a tactical and operational fora. It complement the regional </a:t>
            </a:r>
            <a:r>
              <a:rPr kumimoji="0" lang="en-US" altLang="en-US" sz="1000" b="0" i="0" u="none" strike="noStrike" kern="0" cap="none" spc="0" normalizeH="0" baseline="0" noProof="0" dirty="0">
                <a:ln>
                  <a:noFill/>
                </a:ln>
                <a:solidFill>
                  <a:srgbClr val="242424"/>
                </a:solidFill>
                <a:effectLst/>
                <a:uLnTx/>
                <a:uFillTx/>
                <a:latin typeface="Ericsson Hilda Light"/>
              </a:rPr>
              <a:t>MA to GFTL SRM meeting.</a:t>
            </a:r>
            <a:endParaRPr kumimoji="0" lang="en-US" altLang="en-US" sz="1000" b="0" i="0" u="none" strike="noStrike" kern="0" cap="none" spc="0" normalizeH="0" baseline="0" noProof="0" dirty="0">
              <a:ln>
                <a:noFill/>
              </a:ln>
              <a:solidFill>
                <a:srgbClr val="181818"/>
              </a:solidFill>
              <a:effectLst/>
              <a:uLnTx/>
              <a:uFillTx/>
              <a:latin typeface="Ericsson Hilda Light"/>
            </a:endParaRPr>
          </a:p>
          <a:p>
            <a:pPr marL="381000" marR="0" lvl="0" indent="-381000" algn="l" defTabSz="914400" rtl="0" eaLnBrk="1" fontAlgn="auto" latinLnBrk="0" hangingPunct="1">
              <a:lnSpc>
                <a:spcPct val="100000"/>
              </a:lnSpc>
              <a:spcBef>
                <a:spcPts val="0"/>
              </a:spcBef>
              <a:spcAft>
                <a:spcPts val="0"/>
              </a:spcAft>
              <a:buClrTx/>
              <a:buSzTx/>
              <a:buFontTx/>
              <a:buNone/>
              <a:tabLst/>
              <a:defRPr/>
            </a:pPr>
            <a:endParaRPr kumimoji="0" lang="en-US" altLang="en-US" sz="1000" b="0" i="0" u="none" strike="noStrike" kern="0" cap="none" spc="0" normalizeH="0" baseline="0" noProof="0" dirty="0">
              <a:ln>
                <a:noFill/>
              </a:ln>
              <a:solidFill>
                <a:srgbClr val="181818"/>
              </a:solidFill>
              <a:effectLst/>
              <a:uLnTx/>
              <a:uFillTx/>
              <a:latin typeface="Ericsson Hilda Light"/>
            </a:endParaRPr>
          </a:p>
          <a:p>
            <a:pPr marL="381000" marR="0" lvl="0" indent="-381000" algn="l" defTabSz="914400" rtl="0" eaLnBrk="1" fontAlgn="auto" latinLnBrk="0" hangingPunct="1">
              <a:lnSpc>
                <a:spcPct val="100000"/>
              </a:lnSpc>
              <a:spcBef>
                <a:spcPts val="0"/>
              </a:spcBef>
              <a:spcAft>
                <a:spcPts val="0"/>
              </a:spcAft>
              <a:buClrTx/>
              <a:buSzTx/>
              <a:buFontTx/>
              <a:buNone/>
              <a:tabLst/>
              <a:defRPr/>
            </a:pPr>
            <a:r>
              <a:rPr kumimoji="0" lang="en-US" altLang="en-US" sz="1000" b="1" i="0" u="none" strike="noStrike" kern="0" cap="none" spc="0" normalizeH="0" baseline="0" noProof="0" dirty="0">
                <a:ln>
                  <a:noFill/>
                </a:ln>
                <a:solidFill>
                  <a:srgbClr val="242424"/>
                </a:solidFill>
                <a:effectLst/>
                <a:uLnTx/>
                <a:uFillTx/>
                <a:latin typeface="Ericsson Hilda Light"/>
              </a:rPr>
              <a:t>Escalation forum</a:t>
            </a:r>
          </a:p>
          <a:p>
            <a:pPr marL="342900" marR="0" lvl="0" indent="-342900" algn="l" defTabSz="914400" rtl="0" eaLnBrk="1" fontAlgn="base" latinLnBrk="0" hangingPunct="1">
              <a:lnSpc>
                <a:spcPct val="100000"/>
              </a:lnSpc>
              <a:spcBef>
                <a:spcPts val="300"/>
              </a:spcBef>
              <a:spcAft>
                <a:spcPct val="0"/>
              </a:spcAft>
              <a:buClr>
                <a:srgbClr val="181818"/>
              </a:buClr>
              <a:buSzTx/>
              <a:buFont typeface="Ericsson Hilda Light" panose="00000400000000000000" pitchFamily="2" charset="0"/>
              <a:buChar char="—"/>
              <a:tabLst/>
              <a:defRPr/>
            </a:pPr>
            <a:r>
              <a:rPr kumimoji="0" lang="en-US" altLang="en-US" sz="1000" b="0" i="0" u="none" strike="noStrike" kern="0" cap="none" spc="0" normalizeH="0" baseline="0" noProof="0" dirty="0">
                <a:ln>
                  <a:noFill/>
                </a:ln>
                <a:solidFill>
                  <a:srgbClr val="242424"/>
                </a:solidFill>
                <a:effectLst/>
                <a:uLnTx/>
                <a:uFillTx/>
                <a:latin typeface="Ericsson Hilda Light"/>
              </a:rPr>
              <a:t>SRM MA Reference group</a:t>
            </a:r>
          </a:p>
          <a:p>
            <a:pPr marL="0" marR="0" lvl="0" indent="0" algn="l" defTabSz="914400" rtl="0" eaLnBrk="1" fontAlgn="base" latinLnBrk="0" hangingPunct="1">
              <a:lnSpc>
                <a:spcPct val="100000"/>
              </a:lnSpc>
              <a:spcBef>
                <a:spcPts val="300"/>
              </a:spcBef>
              <a:spcAft>
                <a:spcPct val="0"/>
              </a:spcAft>
              <a:buClr>
                <a:srgbClr val="181818"/>
              </a:buClr>
              <a:buSzTx/>
              <a:buFontTx/>
              <a:buNone/>
              <a:tabLst/>
              <a:defRPr/>
            </a:pPr>
            <a:endParaRPr kumimoji="0" lang="en-US" altLang="en-US" sz="1000" b="0" i="0" u="none" strike="noStrike" kern="0" cap="none" spc="0" normalizeH="0" baseline="0" noProof="0" dirty="0">
              <a:ln>
                <a:noFill/>
              </a:ln>
              <a:solidFill>
                <a:srgbClr val="181818"/>
              </a:solidFill>
              <a:effectLst/>
              <a:uLnTx/>
              <a:uFillTx/>
              <a:latin typeface="Ericsson Hilda Light"/>
              <a:cs typeface="Arial" panose="020B0604020202020204" pitchFamily="34" charset="0"/>
            </a:endParaRPr>
          </a:p>
        </p:txBody>
      </p:sp>
      <p:sp>
        <p:nvSpPr>
          <p:cNvPr id="6147" name="Rectangle 5">
            <a:extLst>
              <a:ext uri="{FF2B5EF4-FFF2-40B4-BE49-F238E27FC236}">
                <a16:creationId xmlns:a16="http://schemas.microsoft.com/office/drawing/2014/main" id="{DDC2B229-9988-4362-9D4D-EA67D7BF6C34}"/>
              </a:ext>
            </a:extLst>
          </p:cNvPr>
          <p:cNvSpPr>
            <a:spLocks noGrp="1" noChangeArrowheads="1"/>
          </p:cNvSpPr>
          <p:nvPr>
            <p:ph type="title"/>
          </p:nvPr>
        </p:nvSpPr>
        <p:spPr>
          <a:xfrm>
            <a:off x="479425" y="352425"/>
            <a:ext cx="11398348" cy="551959"/>
          </a:xfrm>
        </p:spPr>
        <p:txBody>
          <a:bodyPr/>
          <a:lstStyle/>
          <a:p>
            <a:pPr eaLnBrk="1" hangingPunct="1"/>
            <a:r>
              <a:rPr lang="en-US" altLang="en-US" sz="2400" dirty="0">
                <a:solidFill>
                  <a:schemeClr val="tx2"/>
                </a:solidFill>
              </a:rPr>
              <a:t>Charter –Product Security Regulation Regional  fora</a:t>
            </a:r>
            <a:endParaRPr lang="en-US" altLang="en-US" sz="2400" dirty="0">
              <a:solidFill>
                <a:srgbClr val="FF0000"/>
              </a:solidFill>
            </a:endParaRPr>
          </a:p>
        </p:txBody>
      </p:sp>
    </p:spTree>
    <p:extLst>
      <p:ext uri="{BB962C8B-B14F-4D97-AF65-F5344CB8AC3E}">
        <p14:creationId xmlns:p14="http://schemas.microsoft.com/office/powerpoint/2010/main" val="298396941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resentationTemplate2021">
  <a:themeElements>
    <a:clrScheme name="Ericsson">
      <a:dk1>
        <a:srgbClr val="181818"/>
      </a:dk1>
      <a:lt1>
        <a:srgbClr val="FFFFFF"/>
      </a:lt1>
      <a:dk2>
        <a:srgbClr val="181818"/>
      </a:dk2>
      <a:lt2>
        <a:srgbClr val="E0E0E0"/>
      </a:lt2>
      <a:accent1>
        <a:srgbClr val="0082F0"/>
      </a:accent1>
      <a:accent2>
        <a:srgbClr val="0FC373"/>
      </a:accent2>
      <a:accent3>
        <a:srgbClr val="AF78D2"/>
      </a:accent3>
      <a:accent4>
        <a:srgbClr val="FAD22D"/>
      </a:accent4>
      <a:accent5>
        <a:srgbClr val="FF8C0A"/>
      </a:accent5>
      <a:accent6>
        <a:srgbClr val="FF3232"/>
      </a:accent6>
      <a:hlink>
        <a:srgbClr val="0082F0"/>
      </a:hlink>
      <a:folHlink>
        <a:srgbClr val="040969"/>
      </a:folHlink>
    </a:clrScheme>
    <a:fontScheme name="Ericsson">
      <a:majorFont>
        <a:latin typeface="Ericsson Hilda Light"/>
        <a:ea typeface=""/>
        <a:cs typeface=""/>
      </a:majorFont>
      <a:minorFont>
        <a:latin typeface="Ericsson Hild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noFill/>
          <a:prstDash val="solid"/>
          <a:round/>
          <a:headEnd type="none" w="med" len="med"/>
          <a:tailEnd type="none" w="med" len="med"/>
        </a:ln>
        <a:effectLst/>
      </a:spPr>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defPPr marL="180000" indent="-180000" algn="l">
          <a:spcBef>
            <a:spcPts val="800"/>
          </a:spcBef>
          <a:buFont typeface="Ericsson Hilda" panose="00000500000000000000" pitchFamily="2" charset="0"/>
          <a:buChar char="●"/>
          <a:defRPr dirty="0" err="1" smtClean="0">
            <a:solidFill>
              <a:srgbClr val="FFFFFF"/>
            </a:solidFill>
            <a:latin typeface="+mn-lt"/>
          </a:defRPr>
        </a:defPPr>
      </a:lstStyle>
    </a:spDef>
    <a:lnDef>
      <a:spPr bwMode="auto">
        <a:solidFill>
          <a:schemeClr val="accent1"/>
        </a:solidFill>
        <a:ln w="12700" cap="flat" cmpd="sng" algn="ctr">
          <a:solidFill>
            <a:schemeClr val="tx1"/>
          </a:solidFill>
          <a:prstDash val="solid"/>
          <a:round/>
          <a:headEnd type="none" w="med" len="med"/>
          <a:tailEnd type="none"/>
        </a:ln>
        <a:effectLst/>
      </a:spPr>
      <a:bodyPr/>
      <a:lstStyle/>
    </a:lnDef>
    <a:txDef>
      <a:spPr/>
      <a:bodyPr vert="horz" wrap="square" lIns="72000" tIns="36000" rIns="72000" bIns="36000" rtlCol="0" anchor="t">
        <a:noAutofit/>
      </a:bodyPr>
      <a:lstStyle>
        <a:defPPr marL="180000" marR="0" indent="-180000" algn="l" defTabSz="914400" rtl="0" eaLnBrk="1" fontAlgn="base" latinLnBrk="0" hangingPunct="1">
          <a:lnSpc>
            <a:spcPct val="100000"/>
          </a:lnSpc>
          <a:spcBef>
            <a:spcPts val="800"/>
          </a:spcBef>
          <a:spcAft>
            <a:spcPct val="0"/>
          </a:spcAft>
          <a:buClrTx/>
          <a:buSzTx/>
          <a:buFont typeface="Ericsson Hilda" panose="00000500000000000000" pitchFamily="2" charset="0"/>
          <a:buChar char="●"/>
          <a:tabLst/>
          <a:defRPr kumimoji="0" sz="2000" b="0" i="0" u="none" strike="noStrike" kern="1000" cap="none" spc="-30" normalizeH="0" baseline="0" noProof="0" dirty="0" smtClean="0">
            <a:ln>
              <a:noFill/>
            </a:ln>
            <a:solidFill>
              <a:schemeClr val="tx1"/>
            </a:solidFill>
            <a:effectLst/>
            <a:uLnTx/>
            <a:uFillTx/>
            <a:latin typeface="Ericsson Hilda"/>
            <a:ea typeface="+mn-ea"/>
            <a:cs typeface="+mn-cs"/>
          </a:defRPr>
        </a:defPPr>
      </a:lstStyle>
    </a:txDef>
  </a:objectDefaults>
  <a:extraClrSchemeLst>
    <a:extraClrScheme>
      <a:clrScheme name="Landscape2009 1">
        <a:dk1>
          <a:srgbClr val="58585A"/>
        </a:dk1>
        <a:lt1>
          <a:srgbClr val="FFFFFF"/>
        </a:lt1>
        <a:dk2>
          <a:srgbClr val="00285E"/>
        </a:dk2>
        <a:lt2>
          <a:srgbClr val="B1B3B4"/>
        </a:lt2>
        <a:accent1>
          <a:srgbClr val="89BA17"/>
        </a:accent1>
        <a:accent2>
          <a:srgbClr val="F08A00"/>
        </a:accent2>
        <a:accent3>
          <a:srgbClr val="FFFFFF"/>
        </a:accent3>
        <a:accent4>
          <a:srgbClr val="4A4A4C"/>
        </a:accent4>
        <a:accent5>
          <a:srgbClr val="C4D9AB"/>
        </a:accent5>
        <a:accent6>
          <a:srgbClr val="D97D00"/>
        </a:accent6>
        <a:hlink>
          <a:srgbClr val="00A9D4"/>
        </a:hlink>
        <a:folHlink>
          <a:srgbClr val="00625F"/>
        </a:folHlink>
      </a:clrScheme>
      <a:clrMap bg1="lt1" tx1="dk1" bg2="lt2" tx2="dk2" accent1="accent1" accent2="accent2" accent3="accent3" accent4="accent4" accent5="accent5" accent6="accent6" hlink="hlink" folHlink="folHlink"/>
    </a:extraClrScheme>
  </a:extraClrSchemeLst>
  <a:custClrLst>
    <a:custClr name="Primary Ericsson Blue 1">
      <a:srgbClr val="000082"/>
    </a:custClr>
    <a:custClr name="Primary Ericsson Blue 2">
      <a:srgbClr val="0050CA"/>
    </a:custClr>
    <a:custClr name="Primary Ericsson Blue">
      <a:srgbClr val="0082F0"/>
    </a:custClr>
    <a:custClr name="Primary Ericsson Blue 3">
      <a:srgbClr val="48A8FA"/>
    </a:custClr>
    <a:custClr name="Primary Ericsson Blue 4">
      <a:srgbClr val="85CCFF"/>
    </a:custClr>
    <a:custClr name="Secondary Ericsson Green">
      <a:srgbClr val="0FC373"/>
    </a:custClr>
    <a:custClr name="Secondary Ericsson Purple">
      <a:srgbClr val="AF78D2"/>
    </a:custClr>
    <a:custClr name="Secondary Ericsson Yellow">
      <a:srgbClr val="FAD22D"/>
    </a:custClr>
    <a:custClr name="Secondary Ericsson Orange">
      <a:srgbClr val="FF8C0A"/>
    </a:custClr>
    <a:custClr name="Secondary Ericsson Red">
      <a:srgbClr val="FF3232"/>
    </a:custClr>
    <a:custClr name="Secondary Ericsson Black">
      <a:srgbClr val="000000"/>
    </a:custClr>
    <a:custClr name="Secondary Ericsson Gray 1">
      <a:srgbClr val="242424"/>
    </a:custClr>
    <a:custClr name="Secondary Ericsson Gray 2">
      <a:srgbClr val="767676"/>
    </a:custClr>
    <a:custClr name="Secondary Ericsson Gray 3">
      <a:srgbClr val="A0A0A0"/>
    </a:custClr>
    <a:custClr name="Secondary Ericsson Gray 4">
      <a:srgbClr val="E0E0E0"/>
    </a:custClr>
    <a:custClr name="Secondary Ericsson Gray 5">
      <a:srgbClr val="F2F2F2"/>
    </a:custClr>
    <a:custClr name="Secondary Ericsson White">
      <a:srgbClr val="FFFFFF"/>
    </a:custClr>
  </a:custClrLst>
  <a:extLst>
    <a:ext uri="{05A4C25C-085E-4340-85A3-A5531E510DB2}">
      <thm15:themeFamily xmlns:thm15="http://schemas.microsoft.com/office/thememl/2012/main" name="PresentationTemplate2017.potx" id="{775AD81A-0AF6-45CB-889B-779F764C8091}" vid="{622262D2-9439-4A46-819E-379D679C1385}"/>
    </a:ext>
  </a:extLst>
</a:theme>
</file>

<file path=ppt/theme/theme2.xml><?xml version="1.0" encoding="utf-8"?>
<a:theme xmlns:a="http://schemas.openxmlformats.org/drawingml/2006/main" name="PresentationTemplate2021">
  <a:themeElements>
    <a:clrScheme name="Ericsson">
      <a:dk1>
        <a:srgbClr val="181818"/>
      </a:dk1>
      <a:lt1>
        <a:srgbClr val="FFFFFF"/>
      </a:lt1>
      <a:dk2>
        <a:srgbClr val="181818"/>
      </a:dk2>
      <a:lt2>
        <a:srgbClr val="E0E0E0"/>
      </a:lt2>
      <a:accent1>
        <a:srgbClr val="0082F0"/>
      </a:accent1>
      <a:accent2>
        <a:srgbClr val="0FC373"/>
      </a:accent2>
      <a:accent3>
        <a:srgbClr val="AF78D2"/>
      </a:accent3>
      <a:accent4>
        <a:srgbClr val="FAD22D"/>
      </a:accent4>
      <a:accent5>
        <a:srgbClr val="FF8C0A"/>
      </a:accent5>
      <a:accent6>
        <a:srgbClr val="FF3232"/>
      </a:accent6>
      <a:hlink>
        <a:srgbClr val="0082F0"/>
      </a:hlink>
      <a:folHlink>
        <a:srgbClr val="040969"/>
      </a:folHlink>
    </a:clrScheme>
    <a:fontScheme name="Ericsson">
      <a:majorFont>
        <a:latin typeface="Ericsson Hilda Light"/>
        <a:ea typeface=""/>
        <a:cs typeface=""/>
      </a:majorFont>
      <a:minorFont>
        <a:latin typeface="Ericsson Hild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noFill/>
          <a:prstDash val="solid"/>
          <a:round/>
          <a:headEnd type="none" w="med" len="med"/>
          <a:tailEnd type="none" w="med" len="med"/>
        </a:ln>
        <a:effectLst/>
      </a:spPr>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defPPr marL="180000" indent="-180000" algn="l">
          <a:spcBef>
            <a:spcPts val="800"/>
          </a:spcBef>
          <a:buFont typeface="Ericsson Hilda" panose="00000500000000000000" pitchFamily="2" charset="0"/>
          <a:buChar char="●"/>
          <a:defRPr dirty="0" err="1" smtClean="0">
            <a:solidFill>
              <a:srgbClr val="FFFFFF"/>
            </a:solidFill>
            <a:latin typeface="+mn-lt"/>
          </a:defRPr>
        </a:defPPr>
      </a:lstStyle>
    </a:spDef>
    <a:lnDef>
      <a:spPr bwMode="auto">
        <a:solidFill>
          <a:schemeClr val="accent1"/>
        </a:solidFill>
        <a:ln w="12700" cap="flat" cmpd="sng" algn="ctr">
          <a:solidFill>
            <a:schemeClr val="tx1"/>
          </a:solidFill>
          <a:prstDash val="solid"/>
          <a:round/>
          <a:headEnd type="none" w="med" len="med"/>
          <a:tailEnd type="none"/>
        </a:ln>
        <a:effectLst/>
      </a:spPr>
      <a:bodyPr/>
      <a:lstStyle/>
    </a:lnDef>
    <a:txDef>
      <a:spPr/>
      <a:bodyPr vert="horz" wrap="square" lIns="72000" tIns="36000" rIns="72000" bIns="36000" rtlCol="0" anchor="t">
        <a:noAutofit/>
      </a:bodyPr>
      <a:lstStyle>
        <a:defPPr marL="180000" marR="0" indent="-180000" algn="l" defTabSz="914400" rtl="0" eaLnBrk="1" fontAlgn="base" latinLnBrk="0" hangingPunct="1">
          <a:lnSpc>
            <a:spcPct val="100000"/>
          </a:lnSpc>
          <a:spcBef>
            <a:spcPts val="800"/>
          </a:spcBef>
          <a:spcAft>
            <a:spcPct val="0"/>
          </a:spcAft>
          <a:buClrTx/>
          <a:buSzTx/>
          <a:buFont typeface="Ericsson Hilda" panose="00000500000000000000" pitchFamily="2" charset="0"/>
          <a:buChar char="●"/>
          <a:tabLst/>
          <a:defRPr kumimoji="0" sz="2000" b="0" i="0" u="none" strike="noStrike" kern="1000" cap="none" spc="-30" normalizeH="0" baseline="0" noProof="0" dirty="0" smtClean="0">
            <a:ln>
              <a:noFill/>
            </a:ln>
            <a:solidFill>
              <a:schemeClr val="tx1"/>
            </a:solidFill>
            <a:effectLst/>
            <a:uLnTx/>
            <a:uFillTx/>
            <a:latin typeface="Ericsson Hilda"/>
            <a:ea typeface="+mn-ea"/>
            <a:cs typeface="+mn-cs"/>
          </a:defRPr>
        </a:defPPr>
      </a:lstStyle>
    </a:txDef>
  </a:objectDefaults>
  <a:extraClrSchemeLst>
    <a:extraClrScheme>
      <a:clrScheme name="Landscape2009 1">
        <a:dk1>
          <a:srgbClr val="58585A"/>
        </a:dk1>
        <a:lt1>
          <a:srgbClr val="FFFFFF"/>
        </a:lt1>
        <a:dk2>
          <a:srgbClr val="00285E"/>
        </a:dk2>
        <a:lt2>
          <a:srgbClr val="B1B3B4"/>
        </a:lt2>
        <a:accent1>
          <a:srgbClr val="89BA17"/>
        </a:accent1>
        <a:accent2>
          <a:srgbClr val="F08A00"/>
        </a:accent2>
        <a:accent3>
          <a:srgbClr val="FFFFFF"/>
        </a:accent3>
        <a:accent4>
          <a:srgbClr val="4A4A4C"/>
        </a:accent4>
        <a:accent5>
          <a:srgbClr val="C4D9AB"/>
        </a:accent5>
        <a:accent6>
          <a:srgbClr val="D97D00"/>
        </a:accent6>
        <a:hlink>
          <a:srgbClr val="00A9D4"/>
        </a:hlink>
        <a:folHlink>
          <a:srgbClr val="00625F"/>
        </a:folHlink>
      </a:clrScheme>
      <a:clrMap bg1="lt1" tx1="dk1" bg2="lt2" tx2="dk2" accent1="accent1" accent2="accent2" accent3="accent3" accent4="accent4" accent5="accent5" accent6="accent6" hlink="hlink" folHlink="folHlink"/>
    </a:extraClrScheme>
  </a:extraClrSchemeLst>
  <a:custClrLst>
    <a:custClr name="Primary Ericsson Blue 1">
      <a:srgbClr val="000082"/>
    </a:custClr>
    <a:custClr name="Primary Ericsson Blue 2">
      <a:srgbClr val="0050CA"/>
    </a:custClr>
    <a:custClr name="Primary Ericsson Blue">
      <a:srgbClr val="0082F0"/>
    </a:custClr>
    <a:custClr name="Primary Ericsson Blue 3">
      <a:srgbClr val="48A8FA"/>
    </a:custClr>
    <a:custClr name="Primary Ericsson Blue 4">
      <a:srgbClr val="85CCFF"/>
    </a:custClr>
    <a:custClr name="Secondary Ericsson Green">
      <a:srgbClr val="0FC373"/>
    </a:custClr>
    <a:custClr name="Secondary Ericsson Purple">
      <a:srgbClr val="AF78D2"/>
    </a:custClr>
    <a:custClr name="Secondary Ericsson Yellow">
      <a:srgbClr val="FAD22D"/>
    </a:custClr>
    <a:custClr name="Secondary Ericsson Orange">
      <a:srgbClr val="FF8C0A"/>
    </a:custClr>
    <a:custClr name="Secondary Ericsson Red">
      <a:srgbClr val="FF3232"/>
    </a:custClr>
    <a:custClr name="Secondary Ericsson Black">
      <a:srgbClr val="000000"/>
    </a:custClr>
    <a:custClr name="Secondary Ericsson Gray 1">
      <a:srgbClr val="242424"/>
    </a:custClr>
    <a:custClr name="Secondary Ericsson Gray 2">
      <a:srgbClr val="767676"/>
    </a:custClr>
    <a:custClr name="Secondary Ericsson Gray 3">
      <a:srgbClr val="A0A0A0"/>
    </a:custClr>
    <a:custClr name="Secondary Ericsson Gray 4">
      <a:srgbClr val="E0E0E0"/>
    </a:custClr>
    <a:custClr name="Secondary Ericsson Gray 5">
      <a:srgbClr val="F2F2F2"/>
    </a:custClr>
    <a:custClr name="Secondary Ericsson White">
      <a:srgbClr val="FFFFFF"/>
    </a:custClr>
  </a:custClrLst>
  <a:extLst>
    <a:ext uri="{05A4C25C-085E-4340-85A3-A5531E510DB2}">
      <thm15:themeFamily xmlns:thm15="http://schemas.microsoft.com/office/thememl/2012/main" name="PresentationTemplate2017.potx" id="{775AD81A-0AF6-45CB-889B-779F764C8091}" vid="{622262D2-9439-4A46-819E-379D679C1385}"/>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Ericsson Hilda" panose="020F0302020204030204"/>
        <a:ea typeface=""/>
        <a:cs typeface=""/>
        <a:font script="Jpan" typeface="游ゴシック Light"/>
        <a:font script="Hang" typeface="맑은 고딕"/>
        <a:font script="Hans" typeface="等线 Light"/>
        <a:font script="Hant" typeface="新細明體"/>
        <a:font script="Arab" typeface="Ericsson Hilda"/>
        <a:font script="Hebr" typeface="Ericsson Hilda"/>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Ericsson Hilda"/>
        <a:font script="Uigh" typeface="Microsoft Uighur"/>
        <a:font script="Geor" typeface="Sylfaen"/>
        <a:font script="Armn" typeface="Ericsson Hilda Ligh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ricsson Hilda" panose="020F0502020204030204"/>
        <a:ea typeface=""/>
        <a:cs typeface=""/>
        <a:font script="Jpan" typeface="游ゴシック"/>
        <a:font script="Hang" typeface="맑은 고딕"/>
        <a:font script="Hans" typeface="等线"/>
        <a:font script="Hant" typeface="新細明體"/>
        <a:font script="Arab" typeface="Ericsson Hilda Light"/>
        <a:font script="Hebr" typeface="Ericsson Hilda 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Ericsson Hilda Light"/>
        <a:font script="Uigh" typeface="Microsoft Uighur"/>
        <a:font script="Geor" typeface="Sylfaen"/>
        <a:font script="Armn" typeface="Ericsson Hilda Ligh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rimary Ericsson Blue 1">
      <a:srgbClr val="000082"/>
    </a:custClr>
    <a:custClr name="Primary Ericsson Blue 2">
      <a:srgbClr val="0050CA"/>
    </a:custClr>
    <a:custClr name="Primary Ericsson Blue">
      <a:srgbClr val="0082F0"/>
    </a:custClr>
    <a:custClr name="Primary Ericsson Blue 3">
      <a:srgbClr val="48A8FA"/>
    </a:custClr>
    <a:custClr name="Primary Ericsson Blue 4">
      <a:srgbClr val="85CCFF"/>
    </a:custClr>
    <a:custClr name="Secondary Ericsson Green">
      <a:srgbClr val="0FC373"/>
    </a:custClr>
    <a:custClr name="Secondary Ericsson Purple">
      <a:srgbClr val="AF78D2"/>
    </a:custClr>
    <a:custClr name="Secondary Ericsson Yellow">
      <a:srgbClr val="FAD22D"/>
    </a:custClr>
    <a:custClr name="Secondary Ericsson Orange">
      <a:srgbClr val="FF8C0A"/>
    </a:custClr>
    <a:custClr name="Secondary Ericsson Red">
      <a:srgbClr val="FF3232"/>
    </a:custClr>
    <a:custClr name="Secondary Ericsson Black">
      <a:srgbClr val="000000"/>
    </a:custClr>
    <a:custClr name="Secondary Ericsson Gray 1">
      <a:srgbClr val="242424"/>
    </a:custClr>
    <a:custClr name="Secondary Ericsson Gray 2">
      <a:srgbClr val="767676"/>
    </a:custClr>
    <a:custClr name="Secondary Ericsson Gray 3">
      <a:srgbClr val="A0A0A0"/>
    </a:custClr>
    <a:custClr name="Secondary Ericsson Gray 4">
      <a:srgbClr val="E0E0E0"/>
    </a:custClr>
    <a:custClr name="Secondary Ericsson Gray 5">
      <a:srgbClr val="F2F2F2"/>
    </a:custClr>
    <a:custClr name="Secondary Ericsson Whit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Ericsson Hilda" panose="020F0302020204030204"/>
        <a:ea typeface=""/>
        <a:cs typeface=""/>
        <a:font script="Jpan" typeface="游ゴシック Light"/>
        <a:font script="Hang" typeface="맑은 고딕"/>
        <a:font script="Hans" typeface="等线 Light"/>
        <a:font script="Hant" typeface="新細明體"/>
        <a:font script="Arab" typeface="Ericsson Hilda"/>
        <a:font script="Hebr" typeface="Ericsson Hilda"/>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Ericsson Hilda"/>
        <a:font script="Uigh" typeface="Microsoft Uighur"/>
        <a:font script="Geor" typeface="Sylfaen"/>
        <a:font script="Armn" typeface="Ericsson Hilda"/>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ricsson Hilda" panose="020F0502020204030204"/>
        <a:ea typeface=""/>
        <a:cs typeface=""/>
        <a:font script="Jpan" typeface="游ゴシック"/>
        <a:font script="Hang" typeface="맑은 고딕"/>
        <a:font script="Hans" typeface="等线"/>
        <a:font script="Hant" typeface="新細明體"/>
        <a:font script="Arab" typeface="Ericsson Hilda"/>
        <a:font script="Hebr" typeface="Ericsson Hilda"/>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Ericsson Hilda"/>
        <a:font script="Uigh" typeface="Microsoft Uighur"/>
        <a:font script="Geor" typeface="Sylfaen"/>
        <a:font script="Armn" typeface="Ericsson Hilda"/>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rimary Ericsson Blue 1">
      <a:srgbClr val="000082"/>
    </a:custClr>
    <a:custClr name="Primary Ericsson Blue 2">
      <a:srgbClr val="0050CA"/>
    </a:custClr>
    <a:custClr name="Primary Ericsson Blue">
      <a:srgbClr val="0082F0"/>
    </a:custClr>
    <a:custClr name="Primary Ericsson Blue 3">
      <a:srgbClr val="48A8FA"/>
    </a:custClr>
    <a:custClr name="Primary Ericsson Blue 4">
      <a:srgbClr val="85CCFF"/>
    </a:custClr>
    <a:custClr name="Secondary Ericsson Green">
      <a:srgbClr val="0FC373"/>
    </a:custClr>
    <a:custClr name="Secondary Ericsson Purple">
      <a:srgbClr val="AF78D2"/>
    </a:custClr>
    <a:custClr name="Secondary Ericsson Yellow">
      <a:srgbClr val="FAD22D"/>
    </a:custClr>
    <a:custClr name="Secondary Ericsson Orange">
      <a:srgbClr val="FF8C0A"/>
    </a:custClr>
    <a:custClr name="Secondary Ericsson Red">
      <a:srgbClr val="FF3232"/>
    </a:custClr>
    <a:custClr name="Secondary Ericsson Black">
      <a:srgbClr val="000000"/>
    </a:custClr>
    <a:custClr name="Secondary Ericsson Gray 1">
      <a:srgbClr val="242424"/>
    </a:custClr>
    <a:custClr name="Secondary Ericsson Gray 2">
      <a:srgbClr val="767676"/>
    </a:custClr>
    <a:custClr name="Secondary Ericsson Gray 3">
      <a:srgbClr val="A0A0A0"/>
    </a:custClr>
    <a:custClr name="Secondary Ericsson Gray 4">
      <a:srgbClr val="E0E0E0"/>
    </a:custClr>
    <a:custClr name="Secondary Ericsson Gray 5">
      <a:srgbClr val="F2F2F2"/>
    </a:custClr>
    <a:custClr name="Secondary Ericsson Whit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Relationships xmlns="http://schemas.openxmlformats.org/package/2006/relationships"><Relationship Id="rId1" Target="itemProps1.xml" Type="http://schemas.openxmlformats.org/officeDocument/2006/relationships/customXmlProps"/></Relationships>
</file>

<file path=customXml/_rels/item2.xml.rels><?xml version="1.0" encoding="UTF-8" standalone="yes"?><Relationships xmlns="http://schemas.openxmlformats.org/package/2006/relationships"><Relationship Id="rId1" Target="itemProps2.xml" Type="http://schemas.openxmlformats.org/officeDocument/2006/relationships/customXmlProps"/></Relationships>
</file>

<file path=customXml/_rels/item3.xml.rels><?xml version="1.0" encoding="UTF-8" standalone="yes"?><Relationships xmlns="http://schemas.openxmlformats.org/package/2006/relationships"><Relationship Id="rId1" Target="itemProps3.xml" Type="http://schemas.openxmlformats.org/officeDocument/2006/relationships/customXmlProps"/></Relationships>
</file>

<file path=customXml/_rels/item4.xml.rels><?xml version="1.0" encoding="UTF-8" standalone="yes"?><Relationships xmlns="http://schemas.openxmlformats.org/package/2006/relationships"><Relationship Id="rId1" Target="itemProps4.xml" Type="http://schemas.openxmlformats.org/officeDocument/2006/relationships/customXmlProps"/></Relationships>
</file>

<file path=customXml/_rels/item5.xml.rels><?xml version="1.0" encoding="UTF-8" standalone="yes"?><Relationships xmlns="http://schemas.openxmlformats.org/package/2006/relationships"><Relationship Id="rId1" Target="itemProps5.xml" Type="http://schemas.openxmlformats.org/officeDocument/2006/relationships/customXmlProps"/></Relationships>
</file>

<file path=customXml/_rels/item6.xml.rels><?xml version="1.0" encoding="UTF-8" standalone="yes"?><Relationships xmlns="http://schemas.openxmlformats.org/package/2006/relationships"><Relationship Id="rId1" Target="itemProps6.xml" Type="http://schemas.openxmlformats.org/officeDocument/2006/relationships/customXmlProps"/></Relationships>
</file>

<file path=customXml/_rels/item7.xml.rels><?xml version="1.0" encoding="UTF-8" standalone="yes"?><Relationships xmlns="http://schemas.openxmlformats.org/package/2006/relationships"><Relationship Id="rId1" Target="itemProps7.xml" Type="http://schemas.openxmlformats.org/officeDocument/2006/relationships/customXmlProps"/></Relationships>
</file>

<file path=customXml/_rels/item8.xml.rels><?xml version="1.0" encoding="UTF-8" standalone="yes"?><Relationships xmlns="http://schemas.openxmlformats.org/package/2006/relationships"><Relationship Id="rId1" Target="itemProps8.xml" Type="http://schemas.openxmlformats.org/officeDocument/2006/relationships/customXmlProps"/></Relationships>
</file>

<file path=customXml/_rels/item9.xml.rels><?xml version="1.0" encoding="UTF-8" standalone="yes"?><Relationships xmlns="http://schemas.openxmlformats.org/package/2006/relationships"><Relationship Id="rId1" Target="itemProps9.xml" Type="http://schemas.openxmlformats.org/officeDocument/2006/relationships/customXmlProps"/></Relationships>
</file>

<file path=customXml/item1.xml><?xml version="1.0" encoding="utf-8"?>
<TemplafyFormConfiguration>{"formFields":[{"name":"DocumentTitle","required":true,"placeholder":"","lines":0,"helpTexts":{"prefix":"","postfix":""},"spacing":{},"type":"textBox","label":"Document Title","fullyQualifiedName":"DocumentTitle"},{"name":"ConfidentialityClass","dataSource":"Confidentiality","displayColumn":"confidentiality","hideIfNoUserInteractionRequired":false,"distinct":true,"required":true,"autoSelectFirstOption":false,"helpTexts":{"prefix":"","postfix":""},"spacing":{},"type":"dropDown","label":"Confidentiality Class","fullyQualifiedName":"ConfidentialityClass"},{"name":"ExternalConfidentialityLabel","dataSource":"External Confidentiality label","displayColumn":"externalConfidentiality","defaultValue":"1","hideIfNoUserInteractionRequired":false,"distinct":true,"required":false,"autoSelectFirstOption":false,"helpTexts":{"prefix":"","postfix":"If no external confidentiality class then please choose the blank value"},"spacing":{},"type":"dropDown","label":"External Confidentiality label","fullyQualifiedName":"ExternalConfidentialityLabel"},{"name":"DocTypePresentation","column":"documentType","required":false,"placeholder":"","autoSelectFirstOption":false,"helpTexts":{"prefix":"","postfix":"If the document type differs from the default value, click on the X to delete and type/choose another type."},"spacing":{},"dataSource":"PowerPoint Document Type","type":"comboBox","label":"Document Type","fullyQualifiedName":"DocTypePresentation"},{"name":"DocumentNumber","required":false,"placeholder":"","lines":0,"helpTexts":{"prefix":"","postfix":""},"spacing":{},"type":"textBox","label":"Document Number","fullyQualifiedName":"DocumentNumber"},{"name":"Revision","column":"revision","required":false,"placeholder":"","autoSelectFirstOption":false,"helpTexts":{"prefix":"","postfix":""},"spacing":{},"dataSource":"Revision","type":"comboBox","label":"Revision","fullyQualifiedName":"Revision"},{"name":"Date","required":false,"helpTexts":{"prefix":"","postfix":""},"spacing":{},"type":"datePicker","label":"Date","fullyQualifiedName":"Date"},{"name":"FooterVisibilityOptions","helpTexts":{"prefix":"","postfix":""},"spacing":{},"type":"heading","label":"Footer Visibility Options","fullyQualifiedName":"FooterVisibilityOptions"},{"name":"TemplateType","dataSource":"PPT FooterVisibility","displayColumn":"templateType","defaultValue":"1","hideIfNoUserInteractionRequired":false,"distinct":true,"required":true,"autoSelectFirstOption":false,"helpTexts":{"prefix":"","postfix":""},"spacing":{},"type":"dropDown","label":"Is this a document or presentation?","fullyQualifiedName":"TemplateType"},{"name":"DocTitle","dataSource":"PPT FooterVisibility","displayColumn":"docTitle_label","filter":{"column":"templateType","otherFieldName":"TemplateType","fullyQualifiedOtherFieldName":"TemplateType","otherFieldColumn":"TemplateType","formReference":"none","operator":"equals"},"hideIfNoUserInteractionRequired":false,"distinct":true,"required":false,"autoSelectFirstOption":true,"helpTexts":{"prefix":"","postfix":""},"spacing":{},"type":"dropDown","label":"Show document title in footer?","fullyQualifiedName":"DocTitle"},{"name":"TotalPageNo","dataSource":"PPT FooterVisibility","displayColumn":"totalPageNo_text","filter":{"column":"templateType","otherFieldName":"TemplateType","fullyQualifiedOtherFieldName":"TemplateType","otherFieldColumn":"TemplateType","formReference":"none","operator":"equals"},"hideIfNoUserInteractionRequired":false,"distinct":true,"required":false,"autoSelectFirstOption":true,"helpTexts":{"prefix":"","postfix":""},"spacing":{},"type":"dropDown","label":"Page numbering","fullyQualifiedName":"TotalPageNo"},{"name":"Prepared","required":false,"placeholder":"","lines":0,"defaultValue":"{{UserProfile.Prepared}}","helpTexts":{"prefix":"","postfix":""},"spacing":{},"type":"textBox","label":"Prepared By (Subject Responsible)","fullyQualifiedName":"Prepared"},{"name":"ApprovedBy","required":false,"placeholder":"","lines":0,"helpTexts":{"prefix":"","postfix":""},"spacing":{},"type":"textBox","label":"Approved By (Document Responsible)","fullyQualifiedName":"ApprovedBy"},{"name":"Checked","required":false,"placeholder":"","lines":0,"helpTexts":{"prefix":"","postfix":""},"spacing":{},"type":"textBox","label":"Checked","fullyQualifiedName":"Checked"},{"name":"Reference","required":false,"placeholder":"","lines":0,"helpTexts":{"prefix":"","postfix":""},"spacing":{},"type":"textBox","label":"Reference","fullyQualifiedName":"Reference"},{"name":"Keywords","required":false,"placeholder":"","lines":0,"helpTexts":{"prefix":"","postfix":""},"spacing":{},"type":"textBox","label":"Keywords","fullyQualifiedName":"Keywords"}],"formDataEntries":[{"name":"DocumentTitle","value":"c8A5g4XnONUhOpz7zNr7G57ebi0pPZf9rRJtSKT0yzihARvSREQQdnIHo8sbB6QJvUnyAlvJpa3bQ2uEy5Saog=="},{"name":"ConfidentialityClass","value":"5wlu7ZdPxHQj1W0w+yTNSg=="},{"name":"ExternalConfidentialityLabel","value":"5wlu7ZdPxHQj1W0w+yTNSg=="},{"name":"DocTypePresentation","value":"tzu6Hb53LEDFeaU5mCHMFQ=="},{"name":"DocumentNumber","value":"Rxc9xoyBPup70ZLl7d9HlumjwwOq7E8HLRlMtOIxpH4="},{"name":"Revision","value":"6m1d9LG9UzmvsTZWoE7bdw=="},{"name":"Date","value":"/0iNc2Ad3ymdSMUQNFby2A=="},{"name":"TemplateType","value":"5wlu7ZdPxHQj1W0w+yTNSg=="},{"name":"DocTitle","value":"cT/FOwTWaPknrhRlNMh4SQ=="},{"name":"TotalPageNo","value":"5wlu7ZdPxHQj1W0w+yTNSg=="},{"name":"Prepared","value":"AgPMeQpnNzh/kZPhyTZ+jrGwmhaL+FkwLeFDCweqjig="},{"name":"ApprovedBy","value":"GY5mbDRbS85YY2u7z2mTM6PUdB/ov2YxCx+rFQuz030="}]}</TemplafyFormConfiguration>
</file>

<file path=customXml/item2.xml><?xml version="1.0" encoding="utf-8"?>
<p:properties xmlns:p="http://schemas.microsoft.com/office/2006/metadata/properties" xmlns:xsi="http://www.w3.org/2001/XMLSchema-instance" xmlns:pc="http://schemas.microsoft.com/office/infopath/2007/PartnerControls">
  <documentManagement>
    <TaxCatchAll xmlns="d8762117-8292-4133-b1c7-eab5c6487cfd" xsi:nil="true"/>
    <lcf76f155ced4ddcb4097134ff3c332f xmlns="2f7e4809-b350-4a20-b02b-d0b0d2b28e0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TemplafyTemplateConfiguration>{"elementsMetadata":[],"transformationConfigurations":[{"propertyName":null,"propertyValue":null,"type":"proofingLanguage","headerFooterType":null,"leftSectionValue":null,"centerSectionValue":null,"rightSectionValue":null,"language":"{{DocumentLanguage}}","disableUpdates":false},{"propertyName":"FooterText","propertyValue":"true","type":"customDocumentProperty","headerFooterType":null,"leftSectionValue":null,"centerSectionValue":null,"rightSectionValue":null,"disableUpdates":false},{"propertyName":"SecurityClass","propertyValue":"{{Form.ConfidentialityClass.Confidentiality}}","type":"customDocumentProperty","headerFooterType":null,"leftSectionValue":null,"centerSectionValue":null,"rightSectionValue":null,"disableUpdates":false},{"propertyName":"ExtConf","propertyValue":"{{Form.ExternalConfidentialityLabel.ExternalConfidentiality}}","type":"customDocumentProperty","headerFooterType":null,"leftSectionValue":null,"centerSectionValue":null,"rightSectionValue":null,"disableUpdates":false},{"propertyName":"Prepared","propertyValue":"{{Form.Prepared}}","type":"customDocumentProperty","headerFooterType":null,"leftSectionValue":null,"centerSectionValue":null,"rightSectionValue":null,"disableUpdates":false},{"propertyName":"ApprovedBy","propertyValue":"{{Form.ApprovedBy}}","type":"customDocumentProperty","headerFooterType":null,"leftSectionValue":null,"centerSectionValue":null,"rightSectionValue":null,"disableUpdates":false},{"propertyName":"DocNo","propertyValue":"{{Form.DocumentNumber}}","type":"customDocumentProperty","headerFooterType":null,"leftSectionValue":null,"centerSectionValue":null,"rightSectionValue":null,"disableUpdates":false},{"propertyName":"Checked","propertyValue":"{{Form.Checked}}","type":"customDocumentProperty","headerFooterType":null,"leftSectionValue":null,"centerSectionValue":null,"rightSectionValue":null,"disableUpdates":false},{"propertyName":"Date","propertyValue":"{{Form.Date}}","type":"customDocumentProperty","headerFooterType":null,"leftSectionValue":null,"centerSectionValue":null,"rightSectionValue":null,"disableUpdates":false},{"propertyName":"Reference","propertyValue":"{{Form.Reference}}","type":"customDocumentProperty","headerFooterType":null,"leftSectionValue":null,"centerSectionValue":null,"rightSectionValue":null,"disableUpdates":false},{"propertyName":"Title","propertyValue":"{{Form.DocumentTitle}}","type":"customDocumentProperty","headerFooterType":null,"leftSectionValue":null,"centerSectionValue":null,"rightSectionValue":null,"disableUpdates":false},{"propertyName":"Keyword","propertyValue":"{{Form.Keywords}}","type":"customDocumentProperty","headerFooterType":null,"leftSectionValue":null,"centerSectionValue":null,"rightSectionValue":null,"disableUpdates":false},{"propertyName":"DocumentType","propertyValue":"Presentation2011","type":"customDocumentProperty","headerFooterType":null,"leftSectionValue":null,"centerSectionValue":null,"rightSectionValue":null,"disableUpdates":false},{"propertyName":"Language","propertyValue":"EnglishUS","type":"customDocumentProperty","headerFooterType":null,"leftSectionValue":null,"centerSectionValue":null,"rightSectionValue":null,"disableUpdates":false},{"propertyName":"TemplateID","propertyValue":"FALSE","type":"customDocumentProperty","headerFooterType":null,"leftSectionValue":null,"centerSectionValue":null,"rightSectionValue":null,"disableUpdates":false},{"propertyName":"ConfCtrl","propertyValue":"FALSE","type":"customDocumentProperty","headerFooterType":null,"leftSectionValue":null,"centerSectionValue":null,"rightSectionValue":null,"disableUpdates":false},{"propertyName":"title","propertyValue":"{{Form.DocumentTitle}}","type":"documentProperty","headerFooterType":null,"leftSectionValue":null,"centerSectionValue":null,"rightSectionValue":null,"disableUpdates":false},{"propertyName":"keywords","propertyValue":"{{Form.Keywords}}","type":"documentProperty","headerFooterType":null,"leftSectionValue":null,"centerSectionValue":null,"rightSectionValue":null,"disableUpdates":false},{"propertyName":"creator","propertyValue":"{{Form.Prepared}}","type":"documentProperty","headerFooterType":null,"leftSectionValue":null,"centerSectionValue":null,"rightSectionValue":null,"disableUpdates":false},{"propertyName":"DocTitle","propertyValue":"{{Form.DocTitle.DocTitle}}","type":"customDocumentProperty","headerFooterType":null,"leftSectionValue":null,"centerSectionValue":null,"rightSectionValue":null,"disableUpdates":false},{"propertyName":"IsDocument","propertyValue":"{{Form.TemplateType.IsDocument}}","type":"customDocumentProperty","headerFooterType":null,"leftSectionValue":null,"centerSectionValue":null,"rightSectionValue":null,"disableUpdates":false},{"propertyName":"IsPresentation","propertyValue":"{{Form.TemplateType.IsPresentation}}","type":"customDocumentProperty","headerFooterType":null,"leftSectionValue":null,"centerSectionValue":null,"rightSectionValue":null,"disableUpdates":false},{"propertyName":"company","propertyValue":"Ericsson","type":"documentProperty","headerFooterType":null,"leftSectionValue":null,"centerSectionValue":null,"rightSectionValue":null,"disableUpdates":false},{"propertyName":"PageNumberVisible","propertyValue":"{{Form.TotalPageNo.TotalPageNo_value}}","type":"customDocumentProperty","headerFooterType":null,"leftSectionValue":null,"centerSectionValue":null,"rightSectionValue":null,"disableUpdates":false},{"propertyName":"Revision","propertyValue":"{{Form.Revision}}","type":"customDocumentProperty","headerFooterType":null,"leftSectionValue":null,"centerSectionValue":null,"rightSectionValue":null,"disableUpdates":false},{"propertyName":"DocType","propertyValue":"{{Form.DocTypePresentation}}","type":"customDocumentProperty","headerFooterType":null,"leftSectionValue":null,"centerSectionValue":null,"rightSectionValue":null,"disableUpdates":false},{"propertyName":"TemplateVersion","propertyValue":"R2A","type":"customDocumentProperty","headerFooterType":null,"leftSectionValue":null,"centerSectionValue":null,"rightSectionValue":null,"disableUpdates":false},{"propertyName":"PackageNo","propertyValue":"LXA 119 603","type":"customDocumentProperty","headerFooterType":null,"leftSectionValue":null,"centerSectionValue":null,"rightSectionValue":null,"disableUpdates":false},{"propertyName":"PackageVersion","propertyValue":"R6B","type":"customDocumentProperty","headerFooterType":null,"leftSectionValue":null,"centerSectionValue":null,"rightSectionValue":null,"disableUpdates":false},{"propertyName":"TemplateName","propertyValue":"CXC 173 2731/1","type":"customDocumentProperty","headerFooterType":null,"leftSectionValue":null,"centerSectionValue":null,"rightSectionValue":null,"disableUpdates":false},{"propertyName":"DocName","propertyValue":" ","type":"customDocumentProperty","headerFooterType":null,"leftSectionValue":null,"centerSectionValue":null,"rightSectionValue":null,"disableUpdates":false},{"propertyName":"description","propertyValue":"{{Form.DocumentNumber}}\nRev {{Form.Revision}}","type":"documentProperty","headerFooterType":null,"leftSectionValue":null,"centerSectionValue":null,"rightSectionValue":null,"disableUpdates":false}],"templateName":"","templateDescription":"","version":"1.9","enableDocumentContentUpdater":true}</TemplafyTemplateConfiguration>
</file>

<file path=customXml/item5.xml><?xml version="1.0" encoding="utf-8"?>
<TemplafySlideTemplateConfiguration><![CDATA[{"elementsMetadata":[],"documentContentValidatorConfiguration":{"enableDocumentContentValidator":false,"documentContentValidatorVersion":0},"slideId":"637027476704980324","enableDocumentContentUpdater":true,"version":"1.9"}]]></TemplafySlideTemplateConfiguration>
</file>

<file path=customXml/item6.xml><?xml version="1.0" encoding="utf-8"?>
<TemplafySlideTemplateConfiguration><![CDATA[{"documentContentValidatorConfiguration":{"enableDocumentContentValidator":false,"documentContentValidatorVersion":0},"elementsMetadata":[],"slideId":"637661701760905467","enableDocumentContentUpdater":true,"version":"1.9"}]]></TemplafySlideTemplateConfiguration>
</file>

<file path=customXml/item7.xml><?xml version="1.0" encoding="utf-8"?>
<TemplafySlideFormConfiguration><![CDATA[{"formFields":[],"formDataEntries":[]}]]></TemplafySlideFormConfiguration>
</file>

<file path=customXml/item8.xml><?xml version="1.0" encoding="utf-8"?>
<TemplafySlideFormConfiguration><![CDATA[{"formFields":[],"formDataEntries":[]}]]></TemplafySlideFormConfiguration>
</file>

<file path=customXml/item9.xml><?xml version="1.0" encoding="utf-8"?>
<ct:contentTypeSchema xmlns:ct="http://schemas.microsoft.com/office/2006/metadata/contentType" xmlns:ma="http://schemas.microsoft.com/office/2006/metadata/properties/metaAttributes" ct:_="" ma:_="" ma:contentTypeName="Document" ma:contentTypeID="0x0101000D4865A11593564B80A60003F728E202" ma:contentTypeVersion="15" ma:contentTypeDescription="Create a new document." ma:contentTypeScope="" ma:versionID="50a30623de12f2d169bcc3f3ae898675">
  <xs:schema xmlns:xsd="http://www.w3.org/2001/XMLSchema" xmlns:xs="http://www.w3.org/2001/XMLSchema" xmlns:p="http://schemas.microsoft.com/office/2006/metadata/properties" xmlns:ns2="2f7e4809-b350-4a20-b02b-d0b0d2b28e08" xmlns:ns3="41094f3f-ecfb-4043-ae3c-2a9f314019c9" xmlns:ns4="d8762117-8292-4133-b1c7-eab5c6487cfd" targetNamespace="http://schemas.microsoft.com/office/2006/metadata/properties" ma:root="true" ma:fieldsID="7b0cf9bf70dd58a3a19864ca1a7a6ca0" ns2:_="" ns3:_="" ns4:_="">
    <xs:import namespace="2f7e4809-b350-4a20-b02b-d0b0d2b28e08"/>
    <xs:import namespace="41094f3f-ecfb-4043-ae3c-2a9f314019c9"/>
    <xs:import namespace="d8762117-8292-4133-b1c7-eab5c6487cfd"/>
    <xs:element name="properties">
      <xs:complexType>
        <xs:sequence>
          <xs:element name="documentManagement">
            <xs:complexType>
              <xs:all>
                <xs:element ref="ns2:MediaServiceMetadata" minOccurs="0"/>
                <xs:element ref="ns2:MediaServiceFastMetadata" minOccurs="0"/>
                <xs:element ref="ns2:MediaServiceAutoKeyPoints" minOccurs="0"/>
                <xs:element ref="ns2:MediaServiceKeyPoints" minOccurs="0"/>
                <xs:element ref="ns3:SharedWithUsers" minOccurs="0"/>
                <xs:element ref="ns3:SharedWithDetails" minOccurs="0"/>
                <xs:element ref="ns2:MediaServiceDateTaken" minOccurs="0"/>
                <xs:element ref="ns2:MediaServiceAutoTags" minOccurs="0"/>
                <xs:element ref="ns2:MediaLengthInSeconds" minOccurs="0"/>
                <xs:element ref="ns2:MediaServiceGenerationTime" minOccurs="0"/>
                <xs:element ref="ns2:MediaServiceEventHashCode" minOccurs="0"/>
                <xs:element ref="ns2:MediaServiceOCR" minOccurs="0"/>
                <xs:element ref="ns2:lcf76f155ced4ddcb4097134ff3c332f" minOccurs="0"/>
                <xs:element ref="ns4:TaxCatchAll" minOccurs="0"/>
              </xs:all>
            </xs:complexType>
          </xs:element>
        </xs:sequence>
      </xs:complexType>
    </xs:element>
  </xs:schema>
  <xs:schema xmlns:xsd="http://www.w3.org/2001/XMLSchema" xmlns:xs="http://www.w3.org/2001/XMLSchema" xmlns:dms="http://schemas.microsoft.com/office/2006/documentManagement/types" xmlns:pc="http://schemas.microsoft.com/office/infopath/2007/PartnerControls" targetNamespace="2f7e4809-b350-4a20-b02b-d0b0d2b28e08" elementFormDefault="qualified">
    <xs:import namespace="http://schemas.microsoft.com/office/2006/documentManagement/types"/>
    <xs:import namespace="http://schemas.microsoft.com/office/infopath/2007/PartnerControls"/>
    <xs:element name="MediaServiceMetadata" ma:index="8" nillable="true" ma:displayName="MediaServiceMetadata" ma:hidden="true" ma:internalName="MediaServiceMetadata" ma:readOnly="true">
      <xs:simpleType>
        <xs:restriction base="dms:Note"/>
      </xs:simpleType>
    </xs:element>
    <xs:element name="MediaServiceFastMetadata" ma:index="9" nillable="true" ma:displayName="MediaServiceFastMetadata" ma:hidden="true" ma:internalName="MediaServiceFastMetadata" ma:readOnly="true">
      <xs:simpleType>
        <xs:restriction base="dms:Note"/>
      </xs:simpleType>
    </xs:element>
    <xs:element name="MediaServiceAutoKeyPoints" ma:index="10" nillable="true" ma:displayName="MediaServiceAutoKeyPoints" ma:hidden="true" ma:internalName="MediaServiceAutoKeyPoints" ma:readOnly="true">
      <xs:simpleType>
        <xs:restriction base="dms:Note"/>
      </xs:simpleType>
    </xs:element>
    <xs:element name="MediaServiceKeyPoints" ma:index="11" nillable="true" ma:displayName="KeyPoints" ma:internalName="MediaServiceKeyPoints" ma:readOnly="true">
      <xs:simpleType>
        <xs:restriction base="dms:Note">
          <xs:maxLength value="255"/>
        </xs:restriction>
      </xs:simpleType>
    </xs:element>
    <xs:element name="MediaServiceDateTaken" ma:index="14" nillable="true" ma:displayName="MediaServiceDateTaken" ma:hidden="true" ma:internalName="MediaServiceDateTaken" ma:readOnly="true">
      <xs:simpleType>
        <xs:restriction base="dms:Text"/>
      </xs:simpleType>
    </xs:element>
    <xs:element name="MediaServiceAutoTags" ma:index="15" nillable="true" ma:displayName="Tags" ma:internalName="MediaServiceAutoTags" ma:readOnly="true">
      <xs:simpleType>
        <xs:restriction base="dms:Text"/>
      </xs:simpleType>
    </xs:element>
    <xs:element name="MediaLengthInSeconds" ma:index="16" nillable="true" ma:displayName="MediaLengthInSeconds" ma:hidden="true" ma:internalName="MediaLengthInSeconds" ma:readOnly="true">
      <xs:simpleType>
        <xs:restriction base="dms:Unknown"/>
      </xs:simpleType>
    </xs:element>
    <xs:element name="MediaServiceGenerationTime" ma:index="17" nillable="true" ma:displayName="MediaServiceGenerationTime" ma:hidden="true" ma:internalName="MediaServiceGenerationTime" ma:readOnly="true">
      <xs:simpleType>
        <xs:restriction base="dms:Text"/>
      </xs:simpleType>
    </xs:element>
    <xs:element name="MediaServiceEventHashCode" ma:index="18" nillable="true" ma:displayName="MediaServiceEventHashCode" ma:hidden="true" ma:internalName="MediaServiceEventHashCode" ma:readOnly="true">
      <xs:simpleType>
        <xs:restriction base="dms:Text"/>
      </xs:simpleType>
    </xs:element>
    <xs:element name="MediaServiceOCR" ma:index="19" nillable="true" ma:displayName="Extracted Text" ma:internalName="MediaServiceOCR" ma:readOnly="true">
      <xs:simpleType>
        <xs:restriction base="dms:Note">
          <xs:maxLength value="255"/>
        </xs:restriction>
      </xs:simpleType>
    </xs:element>
    <xs: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c3d31b72-c4b9-4223-ac69-1d9539891dc8" ma:termSetId="09814cd3-568e-fe90-9814-8d621ff8fb84" ma:anchorId="fba54fb3-c3e1-fe81-a776-ca4b69148c4d" ma:open="true" ma:isKeyword="false">
      <xs:complexType>
        <xs:sequence>
          <xs:element ref="pc:Terms" minOccurs="0" maxOccurs="1"/>
        </xs:sequence>
      </xs:complexType>
    </xs:element>
  </xs:schema>
  <xs:schema xmlns:xsd="http://www.w3.org/2001/XMLSchema" xmlns:xs="http://www.w3.org/2001/XMLSchema" xmlns:dms="http://schemas.microsoft.com/office/2006/documentManagement/types" xmlns:pc="http://schemas.microsoft.com/office/infopath/2007/PartnerControls" targetNamespace="41094f3f-ecfb-4043-ae3c-2a9f314019c9" elementFormDefault="qualified">
    <xs:import namespace="http://schemas.microsoft.com/office/2006/documentManagement/types"/>
    <xs:import namespace="http://schemas.microsoft.com/office/infopath/2007/PartnerControls"/>
    <xs:element name="SharedWithUsers" ma:index="12" nillable="true" ma:displayName="Shared With" ma:internalName="SharedWithUsers" ma:readOnly="true">
      <xs:complexType>
        <xs:complexContent>
          <xs:extension base="dms:UserMulti">
            <xs:sequence>
              <xs:element name="UserInfo" minOccurs="0" maxOccurs="unbounded">
                <xs:complexType>
                  <xs:sequence>
                    <xs:element name="DisplayName" type="xsd:string" minOccurs="0"/>
                    <xs:element name="AccountId" type="dms:UserId" minOccurs="0" nillable="true"/>
                    <xs:element name="AccountType" type="xsd:string" minOccurs="0"/>
                  </xs:sequence>
                </xs:complexType>
              </xs:element>
            </xs:sequence>
          </xs:extension>
        </xs:complexContent>
      </xs:complexType>
    </xs:element>
    <xs:element name="SharedWithDetails" ma:index="13" nillable="true" ma:displayName="Shared With Details" ma:internalName="SharedWithDetails" ma:readOnly="true">
      <xs:simpleType>
        <xs:restriction base="dms:Note">
          <xs:maxLength value="255"/>
        </xs:restriction>
      </xs:simpleType>
    </xs:element>
  </xs:schema>
  <xs:schema xmlns:xsd="http://www.w3.org/2001/XMLSchema" xmlns:xs="http://www.w3.org/2001/XMLSchema" xmlns:dms="http://schemas.microsoft.com/office/2006/documentManagement/types" xmlns:pc="http://schemas.microsoft.com/office/infopath/2007/PartnerControls" targetNamespace="d8762117-8292-4133-b1c7-eab5c6487cfd" elementFormDefault="qualified">
    <xs:import namespace="http://schemas.microsoft.com/office/2006/documentManagement/types"/>
    <xs:import namespace="http://schemas.microsoft.com/office/infopath/2007/PartnerControls"/>
    <xs:element name="TaxCatchAll" ma:index="22" nillable="true" ma:displayName="Taxonomy Catch All Column" ma:hidden="true" ma:list="{49b0c05c-166f-4a83-878d-0d211c6e0ab2}" ma:internalName="TaxCatchAll" ma:showField="CatchAllData" ma:web="41094f3f-ecfb-4043-ae3c-2a9f314019c9">
      <xs:complexType>
        <xs:complexContent>
          <xs:extension base="dms:MultiChoiceLookup">
            <xs:sequence>
              <xs:element name="Value" type="dms:Lookup" maxOccurs="unbounded" minOccurs="0" nillable="true"/>
            </xs:sequence>
          </xs:extension>
        </xs:complexContent>
      </xs:complexType>
    </xs:element>
  </xs: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2C3DF5-A179-4E2D-BD20-07044B39171F}">
  <ds:schemaRefs/>
</ds:datastoreItem>
</file>

<file path=customXml/itemProps2.xml><?xml version="1.0" encoding="utf-8"?>
<ds:datastoreItem xmlns:ds="http://schemas.openxmlformats.org/officeDocument/2006/customXml" ds:itemID="{56F2EE69-0CCA-4F48-BE22-EC4A886C57A7}">
  <ds:schemaRefs>
    <ds:schemaRef ds:uri="2f7e4809-b350-4a20-b02b-d0b0d2b28e08"/>
    <ds:schemaRef ds:uri="41094f3f-ecfb-4043-ae3c-2a9f314019c9"/>
    <ds:schemaRef ds:uri="d8762117-8292-4133-b1c7-eab5c6487cf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5A7E41D-6E7F-4B05-AFAB-F540BD4C068B}">
  <ds:schemaRefs>
    <ds:schemaRef ds:uri="http://schemas.microsoft.com/sharepoint/v3/contenttype/forms"/>
  </ds:schemaRefs>
</ds:datastoreItem>
</file>

<file path=customXml/itemProps4.xml><?xml version="1.0" encoding="utf-8"?>
<ds:datastoreItem xmlns:ds="http://schemas.openxmlformats.org/officeDocument/2006/customXml" ds:itemID="{07958A4E-FAB1-42E4-B6B5-29B01F63F87B}">
  <ds:schemaRefs/>
</ds:datastoreItem>
</file>

<file path=customXml/itemProps5.xml><?xml version="1.0" encoding="utf-8"?>
<ds:datastoreItem xmlns:ds="http://schemas.openxmlformats.org/officeDocument/2006/customXml" ds:itemID="{C09F197C-6A49-47D0-B877-F88807989676}">
  <ds:schemaRefs/>
</ds:datastoreItem>
</file>

<file path=customXml/itemProps6.xml><?xml version="1.0" encoding="utf-8"?>
<ds:datastoreItem xmlns:ds="http://schemas.openxmlformats.org/officeDocument/2006/customXml" ds:itemID="{72516535-7702-46AF-9B1F-8623A67A824E}">
  <ds:schemaRefs/>
</ds:datastoreItem>
</file>

<file path=customXml/itemProps7.xml><?xml version="1.0" encoding="utf-8"?>
<ds:datastoreItem xmlns:ds="http://schemas.openxmlformats.org/officeDocument/2006/customXml" ds:itemID="{B9AEDDE3-EA02-4A8F-B8F8-0606A0AA45FC}">
  <ds:schemaRefs/>
</ds:datastoreItem>
</file>

<file path=customXml/itemProps8.xml><?xml version="1.0" encoding="utf-8"?>
<ds:datastoreItem xmlns:ds="http://schemas.openxmlformats.org/officeDocument/2006/customXml" ds:itemID="{32BA7684-6BE4-4F73-B22E-30934AB379B8}">
  <ds:schemaRefs/>
</ds:datastoreItem>
</file>

<file path=customXml/itemProps9.xml><?xml version="1.0" encoding="utf-8"?>
<ds:datastoreItem xmlns:ds="http://schemas.openxmlformats.org/officeDocument/2006/customXml" ds:itemID="{906FD2EC-61C7-48C2-ACEC-8A4D64BC60E4}">
  <ds:schemaRefs>
    <ds:schemaRef ds:uri="2f7e4809-b350-4a20-b02b-d0b0d2b28e08"/>
    <ds:schemaRef ds:uri="41094f3f-ecfb-4043-ae3c-2a9f314019c9"/>
    <ds:schemaRef ds:uri="d8762117-8292-4133-b1c7-eab5c6487cf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TM16401371[[fn=Atlas]]</Template>
  <TotalTime>61</TotalTime>
  <Words>1282</Words>
  <Application>Microsoft Office PowerPoint</Application>
  <PresentationFormat>Widescreen</PresentationFormat>
  <Paragraphs>143</Paragraphs>
  <Slides>8</Slides>
  <Notes>4</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8</vt:i4>
      </vt:variant>
    </vt:vector>
  </HeadingPairs>
  <TitlesOfParts>
    <vt:vector size="18" baseType="lpstr">
      <vt:lpstr>Ericsson Technical Icons</vt:lpstr>
      <vt:lpstr>Ericsson Hilda ExtraLight</vt:lpstr>
      <vt:lpstr>Ericsson Hilda ExtraBold</vt:lpstr>
      <vt:lpstr>ＭＳ Ｐゴシック</vt:lpstr>
      <vt:lpstr>Arial</vt:lpstr>
      <vt:lpstr>Ericsson Hilda Light</vt:lpstr>
      <vt:lpstr>Ericsson Hilda</vt:lpstr>
      <vt:lpstr>PresentationTemplate2021</vt:lpstr>
      <vt:lpstr>PresentationTemplate2021</vt:lpstr>
      <vt:lpstr>think-cell Slide</vt:lpstr>
      <vt:lpstr>GFTL PS - Set up for handling Product Security Regulations</vt:lpstr>
      <vt:lpstr>Scope – Handling Product Security Regulations</vt:lpstr>
      <vt:lpstr>Scope – Further clarification</vt:lpstr>
      <vt:lpstr>A structured approach – Stakeholders involved</vt:lpstr>
      <vt:lpstr>A structured approach – Global set up</vt:lpstr>
      <vt:lpstr>Summary</vt:lpstr>
      <vt:lpstr>PowerPoint Presentation</vt:lpstr>
      <vt:lpstr>Charter –Product Security Regulation Regional  fora</vt:lpstr>
    </vt:vector>
  </TitlesOfParts>
  <Company>Ericsson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2019-04-23T15:12:54Z</dcterms:created>
  <dc:creator>EBEOXJF Bo Fjelkner</dc:creator>
  <dc:description>GFTL-22:001355 Uen
Rev PA1</dc:description>
  <cp:lastModifiedBy>Bo Fjelkner</cp:lastModifiedBy>
  <dcterms:modified xsi:type="dcterms:W3CDTF">2025-08-25T16:28:11Z</dcterms:modified>
  <cp:revision>6</cp:revision>
  <dc:title>GFTL PS - Set up for handling Product Security Regulations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Identity">
    <vt:lpwstr> </vt:lpwstr>
  </property>
  <property fmtid="{D5CDD505-2E9C-101B-9397-08002B2CF9AE}" pid="3" name="ContentTypeId">
    <vt:lpwstr>0x0101000D4865A11593564B80A60003F728E202</vt:lpwstr>
  </property>
  <property fmtid="{D5CDD505-2E9C-101B-9397-08002B2CF9AE}" pid="4" name="DocumentDataTemplate">
    <vt:lpwstr>true</vt:lpwstr>
  </property>
  <property fmtid="{D5CDD505-2E9C-101B-9397-08002B2CF9AE}" pid="5" name="TemplafyTimeStamp">
    <vt:lpwstr>2021-09-22T11:18:46.6132967Z</vt:lpwstr>
  </property>
  <property fmtid="{D5CDD505-2E9C-101B-9397-08002B2CF9AE}" pid="6" name="TemplafyTenantId">
    <vt:lpwstr>ericsson</vt:lpwstr>
  </property>
  <property fmtid="{D5CDD505-2E9C-101B-9397-08002B2CF9AE}" pid="7" name="TemplafyTemplateId">
    <vt:lpwstr>637661677935531027</vt:lpwstr>
  </property>
  <property fmtid="{D5CDD505-2E9C-101B-9397-08002B2CF9AE}" pid="8" name="TemplafyUserProfileId">
    <vt:lpwstr>637380911851291230</vt:lpwstr>
  </property>
  <property fmtid="{D5CDD505-2E9C-101B-9397-08002B2CF9AE}" pid="9" name="TemplafyLanguageCode">
    <vt:lpwstr>en-US</vt:lpwstr>
  </property>
  <property fmtid="{D5CDD505-2E9C-101B-9397-08002B2CF9AE}" pid="10" name="FooterText">
    <vt:lpwstr>true</vt:lpwstr>
  </property>
  <property fmtid="{D5CDD505-2E9C-101B-9397-08002B2CF9AE}" pid="11" name="SecurityClass">
    <vt:lpwstr>Ericsson Internal</vt:lpwstr>
  </property>
  <property fmtid="{D5CDD505-2E9C-101B-9397-08002B2CF9AE}" pid="12" name="ExtConf">
    <vt:lpwstr/>
  </property>
  <property fmtid="{D5CDD505-2E9C-101B-9397-08002B2CF9AE}" pid="13" name="Prepared">
    <vt:lpwstr>EBEOXJF Bo Fjelkner</vt:lpwstr>
  </property>
  <property fmtid="{D5CDD505-2E9C-101B-9397-08002B2CF9AE}" pid="14" name="Checked">
    <vt:lpwstr/>
  </property>
  <property fmtid="{D5CDD505-2E9C-101B-9397-08002B2CF9AE}" pid="16" name="Reference">
    <vt:lpwstr/>
  </property>
  <property fmtid="{D5CDD505-2E9C-101B-9397-08002B2CF9AE}" pid="17" name="Title">
    <vt:lpwstr>GFTL PS - Set up for handling Product Security Regulations</vt:lpwstr>
  </property>
  <property fmtid="{D5CDD505-2E9C-101B-9397-08002B2CF9AE}" pid="18" name="Keyword">
    <vt:lpwstr/>
  </property>
  <property fmtid="{D5CDD505-2E9C-101B-9397-08002B2CF9AE}" pid="19" name="DocumentType">
    <vt:lpwstr>Presentation2011</vt:lpwstr>
  </property>
  <property fmtid="{D5CDD505-2E9C-101B-9397-08002B2CF9AE}" pid="20" name="Language">
    <vt:lpwstr>EnglishUS</vt:lpwstr>
  </property>
  <property fmtid="{D5CDD505-2E9C-101B-9397-08002B2CF9AE}" pid="21" name="TemplateID">
    <vt:lpwstr>FALSE</vt:lpwstr>
  </property>
  <property fmtid="{D5CDD505-2E9C-101B-9397-08002B2CF9AE}" pid="22" name="ConfCtrl">
    <vt:lpwstr>FALSE</vt:lpwstr>
  </property>
  <property fmtid="{D5CDD505-2E9C-101B-9397-08002B2CF9AE}" pid="23" name="DocTitle">
    <vt:lpwstr>true</vt:lpwstr>
  </property>
  <property fmtid="{D5CDD505-2E9C-101B-9397-08002B2CF9AE}" pid="24" name="IsDocument">
    <vt:lpwstr>true</vt:lpwstr>
  </property>
  <property fmtid="{D5CDD505-2E9C-101B-9397-08002B2CF9AE}" pid="25" name="IsPresentation">
    <vt:lpwstr>false</vt:lpwstr>
  </property>
  <property fmtid="{D5CDD505-2E9C-101B-9397-08002B2CF9AE}" pid="26" name="PageNumberVisible">
    <vt:lpwstr>PageXY</vt:lpwstr>
  </property>
  <property fmtid="{D5CDD505-2E9C-101B-9397-08002B2CF9AE}" pid="27" name="TemplateVersion">
    <vt:lpwstr>R2A</vt:lpwstr>
  </property>
  <property fmtid="{D5CDD505-2E9C-101B-9397-08002B2CF9AE}" pid="28" name="PackageNo">
    <vt:lpwstr>LXA 119 603</vt:lpwstr>
  </property>
  <property fmtid="{D5CDD505-2E9C-101B-9397-08002B2CF9AE}" pid="29" name="PackageVersion">
    <vt:lpwstr>R6B</vt:lpwstr>
  </property>
  <property fmtid="{D5CDD505-2E9C-101B-9397-08002B2CF9AE}" pid="30" name="TemplateName">
    <vt:lpwstr>CXC 173 2731/1</vt:lpwstr>
  </property>
  <property fmtid="{D5CDD505-2E9C-101B-9397-08002B2CF9AE}" pid="31" name="MediaServiceImageTags">
    <vt:lpwstr/>
  </property>
  <property fmtid="{D5CDD505-2E9C-101B-9397-08002B2CF9AE}" pid="32" name="BCategory">
    <vt:lpwstr>Security</vt:lpwstr>
  </property>
  <property fmtid="{D5CDD505-2E9C-101B-9397-08002B2CF9AE}" pid="33" name="BSubject">
    <vt:lpwstr>Product Security</vt:lpwstr>
  </property>
  <property fmtid="{D5CDD505-2E9C-101B-9397-08002B2CF9AE}" pid="34" name="DocType">
    <vt:lpwstr>Presentation</vt:lpwstr>
  </property>
  <property fmtid="{D5CDD505-2E9C-101B-9397-08002B2CF9AE}" pid="35" name="DocNo">
    <vt:lpwstr>GFTL-22:001355 Uen</vt:lpwstr>
  </property>
  <property pid="40" fmtid="{D5CDD505-2E9C-101B-9397-08002B2CF9AE}" name="DocName">
    <vt:lpwstr>PRESENTATION</vt:lpwstr>
  </property>
  <property pid="43" fmtid="{D5CDD505-2E9C-101B-9397-08002B2CF9AE}" name="Date">
    <vt:lpwstr>2025-08-26</vt:lpwstr>
  </property>
  <property pid="44" fmtid="{D5CDD505-2E9C-101B-9397-08002B2CF9AE}" name="ApprovedBy">
    <vt:lpwstr>GFTLMC [Patrik Palm]</vt:lpwstr>
  </property>
  <property pid="45" fmtid="{D5CDD505-2E9C-101B-9397-08002B2CF9AE}" name="Revision">
    <vt:lpwstr>B</vt:lpwstr>
  </property>
</Properties>
</file>